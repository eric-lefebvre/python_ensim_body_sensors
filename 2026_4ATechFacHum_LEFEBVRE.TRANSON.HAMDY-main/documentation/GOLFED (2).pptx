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Unbounded Medium"/>
      <p:regular r:id="rId22"/>
      <p:bold r:id="rId23"/>
    </p:embeddedFont>
    <p:embeddedFont>
      <p:font typeface="Unbounded SemiBold"/>
      <p:regular r:id="rId24"/>
      <p:bold r:id="rId25"/>
    </p:embeddedFont>
    <p:embeddedFont>
      <p:font typeface="Work Sans Medium"/>
      <p:regular r:id="rId26"/>
      <p:bold r:id="rId27"/>
      <p:italic r:id="rId28"/>
      <p:boldItalic r:id="rId29"/>
    </p:embeddedFont>
    <p:embeddedFont>
      <p:font typeface="Work Sans"/>
      <p:regular r:id="rId30"/>
      <p:bold r:id="rId31"/>
      <p:italic r:id="rId32"/>
      <p:boldItalic r:id="rId33"/>
    </p:embeddedFont>
    <p:embeddedFont>
      <p:font typeface="Work Sans SemiBold"/>
      <p:regular r:id="rId34"/>
      <p:bold r:id="rId35"/>
      <p:italic r:id="rId36"/>
      <p:boldItalic r:id="rId37"/>
    </p:embeddedFont>
    <p:embeddedFont>
      <p:font typeface="Unbounded"/>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WorkSans-bold.fntdata"/><Relationship Id="rId30" Type="http://schemas.openxmlformats.org/officeDocument/2006/relationships/font" Target="fonts/WorkSans-regular.fntdata"/><Relationship Id="rId33" Type="http://schemas.openxmlformats.org/officeDocument/2006/relationships/font" Target="fonts/WorkSans-boldItalic.fntdata"/><Relationship Id="rId32" Type="http://schemas.openxmlformats.org/officeDocument/2006/relationships/font" Target="fonts/WorkSans-italic.fntdata"/><Relationship Id="rId35" Type="http://schemas.openxmlformats.org/officeDocument/2006/relationships/font" Target="fonts/WorkSansSemiBold-bold.fntdata"/><Relationship Id="rId34" Type="http://schemas.openxmlformats.org/officeDocument/2006/relationships/font" Target="fonts/WorkSansSemiBold-regular.fntdata"/><Relationship Id="rId37" Type="http://schemas.openxmlformats.org/officeDocument/2006/relationships/font" Target="fonts/WorkSansSemiBold-boldItalic.fntdata"/><Relationship Id="rId36" Type="http://schemas.openxmlformats.org/officeDocument/2006/relationships/font" Target="fonts/WorkSansSemiBold-italic.fntdata"/><Relationship Id="rId39" Type="http://schemas.openxmlformats.org/officeDocument/2006/relationships/font" Target="fonts/Unbounded-bold.fntdata"/><Relationship Id="rId38" Type="http://schemas.openxmlformats.org/officeDocument/2006/relationships/font" Target="fonts/Unbounded-regular.fntdata"/><Relationship Id="rId20" Type="http://schemas.openxmlformats.org/officeDocument/2006/relationships/slide" Target="slides/slide15.xml"/><Relationship Id="rId22" Type="http://schemas.openxmlformats.org/officeDocument/2006/relationships/font" Target="fonts/UnboundedMedium-regular.fntdata"/><Relationship Id="rId21" Type="http://schemas.openxmlformats.org/officeDocument/2006/relationships/slide" Target="slides/slide16.xml"/><Relationship Id="rId24" Type="http://schemas.openxmlformats.org/officeDocument/2006/relationships/font" Target="fonts/UnboundedSemiBold-regular.fntdata"/><Relationship Id="rId23" Type="http://schemas.openxmlformats.org/officeDocument/2006/relationships/font" Target="fonts/UnboundedMedium-bold.fntdata"/><Relationship Id="rId26" Type="http://schemas.openxmlformats.org/officeDocument/2006/relationships/font" Target="fonts/WorkSansMedium-regular.fntdata"/><Relationship Id="rId25" Type="http://schemas.openxmlformats.org/officeDocument/2006/relationships/font" Target="fonts/UnboundedSemiBold-bold.fntdata"/><Relationship Id="rId28" Type="http://schemas.openxmlformats.org/officeDocument/2006/relationships/font" Target="fonts/WorkSansMedium-italic.fntdata"/><Relationship Id="rId27" Type="http://schemas.openxmlformats.org/officeDocument/2006/relationships/font" Target="fonts/WorkSansMedium-bold.fntdata"/><Relationship Id="rId29" Type="http://schemas.openxmlformats.org/officeDocument/2006/relationships/font" Target="fonts/WorkSansMedium-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e4ab4061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e4ab4061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e4c7a2b98c_0_11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e4c7a2b98c_0_11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e4c7a2b98c_9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e4c7a2b98c_9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a travaillé sur deux dimensions en réalité : le stress via FC, HRV et respiration, et la concentration via l'accéléromètre. L'ACC mesure la stabilité motrice du joueur pendant la visée — un joueur concentré tremble peu, ses micro-mouvements sont réduits. On ne l'affiche pas explicitement comme 'score de concentration', mais il agit directement sur le tremblement de la balle à l'écran. C'est du biofeedback de concentration implicite — le joueur le ressent sans qu'on lui mette un chiffre dessus.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3e4c7a2b98c_0_66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3e4c7a2b98c_0_66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e4c7a2b98c_0_7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e4c7a2b98c_0_7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4c7a2b98c_89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e4c7a2b98c_89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e4c7a2b98c_0_10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e4c7a2b98c_0_10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e4c7a2b98c_0_5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e4c7a2b98c_0_5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4ab40618e_0_1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e4ab40618e_0_1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3e4ab40618e_0_2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3e4ab40618e_0_2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e4ab40618e_0_4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e4ab40618e_0_4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e4c7a2b98c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e4c7a2b98c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e4c7a2b98c_0_1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e4c7a2b98c_0_1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e4c7a2b98c_0_2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e4c7a2b98c_0_2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e4c7a2b98c_9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e4c7a2b98c_9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"On a rencontré trois défis techniques majeurs pendant le projet.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Le premier, c'est le </a:t>
            </a:r>
            <a:r>
              <a:rPr b="1" i="1" lang="en">
                <a:solidFill>
                  <a:schemeClr val="dk1"/>
                </a:solidFill>
              </a:rPr>
              <a:t>signal EDA</a:t>
            </a:r>
            <a:r>
              <a:rPr i="1" lang="en">
                <a:solidFill>
                  <a:schemeClr val="dk1"/>
                </a:solidFill>
              </a:rPr>
              <a:t>. Au début, le capteur produisait des valeurs complètement inutilisables — signal constant ou bruit pur. La cause : un mauvais contact entre les électrodes et la peau. Après ajustement du placement, le signal est devenu lisible, mais la plage de valeurs restait très faible — entre 27 et 31 sur une échelle de 65 535 au repos. On a traité ça avec une comparaison de percentiles sur fenêtre glissante. Toutefois, l’ajout de conditions extérieures au jeu, comme des défis entre participants ou la présence d’un public, pourrait permettre de renforcer les réactions physiologiques et ainsi de limiter ce problème.</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Le deuxième défi, c'est la </a:t>
            </a:r>
            <a:r>
              <a:rPr b="1" i="1" lang="en">
                <a:solidFill>
                  <a:schemeClr val="dk1"/>
                </a:solidFill>
              </a:rPr>
              <a:t>compatibilité Bluetooth</a:t>
            </a:r>
            <a:r>
              <a:rPr i="1" lang="en">
                <a:solidFill>
                  <a:schemeClr val="dk1"/>
                </a:solidFill>
              </a:rPr>
              <a:t>. Deux membres de l'équipe ne pouvait pas coupler la carte BITalino sur sa machine. On a donc séparé développement et test : le code était écrit en aveugle sur une machine, testé sur l'autre, synchronisé via Git. Ça a ralenti certaines itérations mais ça nous a forcés à écrire un code propre et documenté.</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Le troisième, c'est la </a:t>
            </a:r>
            <a:r>
              <a:rPr b="1" i="1" lang="en">
                <a:solidFill>
                  <a:schemeClr val="dk1"/>
                </a:solidFill>
              </a:rPr>
              <a:t>synchronisation des threads</a:t>
            </a:r>
            <a:r>
              <a:rPr i="1" lang="en">
                <a:solidFill>
                  <a:schemeClr val="dk1"/>
                </a:solidFill>
              </a:rPr>
              <a:t>. On faisait coexister trois processus en parallèle : l'affichage matplotlib, l'acquisition BITalino, et le serveur WebSocket asyncio. On a eu un bug d'arrêt — un crash au Ctrl+C — qu'on a corrigé en remplaçant la gestion d'interruption classique par un signal SIGINT propre avec un threading Event."</a:t>
            </a:r>
            <a:endParaRPr i="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e4c7a2b98c_9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e4c7a2b98c_9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spTree>
      <p:nvGrpSpPr>
        <p:cNvPr id="9" name="Shape 9"/>
        <p:cNvGrpSpPr/>
        <p:nvPr/>
      </p:nvGrpSpPr>
      <p:grpSpPr>
        <a:xfrm>
          <a:off x="0" y="0"/>
          <a:ext cx="0" cy="0"/>
          <a:chOff x="0" y="0"/>
          <a:chExt cx="0" cy="0"/>
        </a:xfrm>
      </p:grpSpPr>
      <p:grpSp>
        <p:nvGrpSpPr>
          <p:cNvPr id="10" name="Google Shape;10;p2"/>
          <p:cNvGrpSpPr/>
          <p:nvPr/>
        </p:nvGrpSpPr>
        <p:grpSpPr>
          <a:xfrm>
            <a:off x="4999086" y="314238"/>
            <a:ext cx="3867278" cy="5117184"/>
            <a:chOff x="4999086" y="314238"/>
            <a:chExt cx="3867278" cy="5117184"/>
          </a:xfrm>
        </p:grpSpPr>
        <p:sp>
          <p:nvSpPr>
            <p:cNvPr id="11" name="Google Shape;11;p2"/>
            <p:cNvSpPr/>
            <p:nvPr/>
          </p:nvSpPr>
          <p:spPr>
            <a:xfrm rot="-2279872">
              <a:off x="5390488" y="3101850"/>
              <a:ext cx="1938496" cy="1938444"/>
            </a:xfrm>
            <a:prstGeom prst="star4">
              <a:avLst>
                <a:gd fmla="val 2731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12" name="Google Shape;12;p2"/>
            <p:cNvSpPr/>
            <p:nvPr/>
          </p:nvSpPr>
          <p:spPr>
            <a:xfrm rot="-9001516">
              <a:off x="6992089" y="433587"/>
              <a:ext cx="1242950" cy="2861501"/>
            </a:xfrm>
            <a:prstGeom prst="trapezoid">
              <a:avLst>
                <a:gd fmla="val 16489"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
        <p:nvSpPr>
          <p:cNvPr id="13" name="Google Shape;13;p2"/>
          <p:cNvSpPr txBox="1"/>
          <p:nvPr>
            <p:ph type="title"/>
          </p:nvPr>
        </p:nvSpPr>
        <p:spPr>
          <a:xfrm>
            <a:off x="328350" y="991800"/>
            <a:ext cx="8487300" cy="3159900"/>
          </a:xfrm>
          <a:prstGeom prst="rect">
            <a:avLst/>
          </a:prstGeom>
        </p:spPr>
        <p:txBody>
          <a:bodyPr anchorCtr="0" anchor="ctr" bIns="91425" lIns="91425" spcFirstLastPara="1" rIns="91425" wrap="square" tIns="91425">
            <a:no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14" name="Google Shape;14;p2"/>
          <p:cNvSpPr txBox="1"/>
          <p:nvPr>
            <p:ph idx="1" type="subTitle"/>
          </p:nvPr>
        </p:nvSpPr>
        <p:spPr>
          <a:xfrm>
            <a:off x="1568850" y="3519600"/>
            <a:ext cx="6006300" cy="5031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Font typeface="Work Sans"/>
              <a:buNone/>
              <a:defRPr sz="28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7" name="Google Shape;17;p2"/>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8" name="Google Shape;18;p2"/>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CUSTOM_2">
    <p:spTree>
      <p:nvGrpSpPr>
        <p:cNvPr id="19" name="Shape 19"/>
        <p:cNvGrpSpPr/>
        <p:nvPr/>
      </p:nvGrpSpPr>
      <p:grpSpPr>
        <a:xfrm>
          <a:off x="0" y="0"/>
          <a:ext cx="0" cy="0"/>
          <a:chOff x="0" y="0"/>
          <a:chExt cx="0" cy="0"/>
        </a:xfrm>
      </p:grpSpPr>
      <p:sp>
        <p:nvSpPr>
          <p:cNvPr id="20" name="Google Shape;20;p3"/>
          <p:cNvSpPr txBox="1"/>
          <p:nvPr>
            <p:ph type="title"/>
          </p:nvPr>
        </p:nvSpPr>
        <p:spPr>
          <a:xfrm>
            <a:off x="328350" y="340600"/>
            <a:ext cx="8487300" cy="4462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5600"/>
              <a:buNone/>
              <a:defRPr>
                <a:solidFill>
                  <a:schemeClr val="lt2"/>
                </a:solidFill>
              </a:defRPr>
            </a:lvl1pPr>
            <a:lvl2pPr lvl="1" algn="ctr">
              <a:spcBef>
                <a:spcPts val="0"/>
              </a:spcBef>
              <a:spcAft>
                <a:spcPts val="0"/>
              </a:spcAft>
              <a:buClr>
                <a:schemeClr val="lt2"/>
              </a:buClr>
              <a:buSzPts val="5600"/>
              <a:buNone/>
              <a:defRPr>
                <a:solidFill>
                  <a:schemeClr val="lt2"/>
                </a:solidFill>
              </a:defRPr>
            </a:lvl2pPr>
            <a:lvl3pPr lvl="2" algn="ctr">
              <a:spcBef>
                <a:spcPts val="0"/>
              </a:spcBef>
              <a:spcAft>
                <a:spcPts val="0"/>
              </a:spcAft>
              <a:buClr>
                <a:schemeClr val="lt2"/>
              </a:buClr>
              <a:buSzPts val="5600"/>
              <a:buNone/>
              <a:defRPr>
                <a:solidFill>
                  <a:schemeClr val="lt2"/>
                </a:solidFill>
              </a:defRPr>
            </a:lvl3pPr>
            <a:lvl4pPr lvl="3" algn="ctr">
              <a:spcBef>
                <a:spcPts val="0"/>
              </a:spcBef>
              <a:spcAft>
                <a:spcPts val="0"/>
              </a:spcAft>
              <a:buClr>
                <a:schemeClr val="lt2"/>
              </a:buClr>
              <a:buSzPts val="5600"/>
              <a:buNone/>
              <a:defRPr>
                <a:solidFill>
                  <a:schemeClr val="lt2"/>
                </a:solidFill>
              </a:defRPr>
            </a:lvl4pPr>
            <a:lvl5pPr lvl="4" algn="ctr">
              <a:spcBef>
                <a:spcPts val="0"/>
              </a:spcBef>
              <a:spcAft>
                <a:spcPts val="0"/>
              </a:spcAft>
              <a:buClr>
                <a:schemeClr val="lt2"/>
              </a:buClr>
              <a:buSzPts val="5600"/>
              <a:buNone/>
              <a:defRPr>
                <a:solidFill>
                  <a:schemeClr val="lt2"/>
                </a:solidFill>
              </a:defRPr>
            </a:lvl5pPr>
            <a:lvl6pPr lvl="5" algn="ctr">
              <a:spcBef>
                <a:spcPts val="0"/>
              </a:spcBef>
              <a:spcAft>
                <a:spcPts val="0"/>
              </a:spcAft>
              <a:buClr>
                <a:schemeClr val="lt2"/>
              </a:buClr>
              <a:buSzPts val="5600"/>
              <a:buNone/>
              <a:defRPr>
                <a:solidFill>
                  <a:schemeClr val="lt2"/>
                </a:solidFill>
              </a:defRPr>
            </a:lvl6pPr>
            <a:lvl7pPr lvl="6" algn="ctr">
              <a:spcBef>
                <a:spcPts val="0"/>
              </a:spcBef>
              <a:spcAft>
                <a:spcPts val="0"/>
              </a:spcAft>
              <a:buClr>
                <a:schemeClr val="lt2"/>
              </a:buClr>
              <a:buSzPts val="5600"/>
              <a:buNone/>
              <a:defRPr>
                <a:solidFill>
                  <a:schemeClr val="lt2"/>
                </a:solidFill>
              </a:defRPr>
            </a:lvl7pPr>
            <a:lvl8pPr lvl="7" algn="ctr">
              <a:spcBef>
                <a:spcPts val="0"/>
              </a:spcBef>
              <a:spcAft>
                <a:spcPts val="0"/>
              </a:spcAft>
              <a:buClr>
                <a:schemeClr val="lt2"/>
              </a:buClr>
              <a:buSzPts val="5600"/>
              <a:buNone/>
              <a:defRPr>
                <a:solidFill>
                  <a:schemeClr val="lt2"/>
                </a:solidFill>
              </a:defRPr>
            </a:lvl8pPr>
            <a:lvl9pPr lvl="8" algn="ctr">
              <a:spcBef>
                <a:spcPts val="0"/>
              </a:spcBef>
              <a:spcAft>
                <a:spcPts val="0"/>
              </a:spcAft>
              <a:buClr>
                <a:schemeClr val="lt2"/>
              </a:buClr>
              <a:buSzPts val="5600"/>
              <a:buNone/>
              <a:defRPr>
                <a:solidFill>
                  <a:schemeClr val="lt2"/>
                </a:solidFill>
              </a:defRPr>
            </a:lvl9pPr>
          </a:lstStyle>
          <a:p/>
        </p:txBody>
      </p:sp>
      <p:sp>
        <p:nvSpPr>
          <p:cNvPr id="21" name="Google Shape;21;p3"/>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3" name="Google Shape;23;p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4" name="Google Shape;24;p3"/>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_2_1">
    <p:spTree>
      <p:nvGrpSpPr>
        <p:cNvPr id="25" name="Shape 25"/>
        <p:cNvGrpSpPr/>
        <p:nvPr/>
      </p:nvGrpSpPr>
      <p:grpSpPr>
        <a:xfrm>
          <a:off x="0" y="0"/>
          <a:ext cx="0" cy="0"/>
          <a:chOff x="0" y="0"/>
          <a:chExt cx="0" cy="0"/>
        </a:xfrm>
      </p:grpSpPr>
      <p:sp>
        <p:nvSpPr>
          <p:cNvPr id="26" name="Google Shape;26;p4"/>
          <p:cNvSpPr txBox="1"/>
          <p:nvPr>
            <p:ph type="title"/>
          </p:nvPr>
        </p:nvSpPr>
        <p:spPr>
          <a:xfrm>
            <a:off x="497038" y="160550"/>
            <a:ext cx="8487300" cy="1481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5600"/>
              <a:buNone/>
              <a:defRPr>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sp>
        <p:nvSpPr>
          <p:cNvPr id="27" name="Google Shape;27;p4"/>
          <p:cNvSpPr txBox="1"/>
          <p:nvPr>
            <p:ph idx="1" type="body"/>
          </p:nvPr>
        </p:nvSpPr>
        <p:spPr>
          <a:xfrm>
            <a:off x="2299588" y="3698375"/>
            <a:ext cx="4882200" cy="11559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8" name="Google Shape;28;p4"/>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0" name="Google Shape;30;p4"/>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1" name="Google Shape;31;p4"/>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grpSp>
        <p:nvGrpSpPr>
          <p:cNvPr id="32" name="Google Shape;32;p4"/>
          <p:cNvGrpSpPr/>
          <p:nvPr/>
        </p:nvGrpSpPr>
        <p:grpSpPr>
          <a:xfrm>
            <a:off x="998425" y="1025060"/>
            <a:ext cx="7835875" cy="2708700"/>
            <a:chOff x="998425" y="1025060"/>
            <a:chExt cx="7835875" cy="2708700"/>
          </a:xfrm>
        </p:grpSpPr>
        <p:sp>
          <p:nvSpPr>
            <p:cNvPr id="33" name="Google Shape;33;p4"/>
            <p:cNvSpPr/>
            <p:nvPr/>
          </p:nvSpPr>
          <p:spPr>
            <a:xfrm>
              <a:off x="998425" y="1439725"/>
              <a:ext cx="1892400" cy="18924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4" name="Google Shape;34;p4"/>
            <p:cNvSpPr/>
            <p:nvPr/>
          </p:nvSpPr>
          <p:spPr>
            <a:xfrm rot="-1771916">
              <a:off x="2791669" y="1477356"/>
              <a:ext cx="2112562" cy="1796048"/>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5" name="Google Shape;35;p4"/>
            <p:cNvSpPr/>
            <p:nvPr/>
          </p:nvSpPr>
          <p:spPr>
            <a:xfrm rot="-2298668">
              <a:off x="4591386" y="1562390"/>
              <a:ext cx="2302028" cy="163404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6" name="Google Shape;36;p4"/>
            <p:cNvSpPr/>
            <p:nvPr/>
          </p:nvSpPr>
          <p:spPr>
            <a:xfrm rot="-2566413">
              <a:off x="6390986" y="1686931"/>
              <a:ext cx="2271528" cy="1394952"/>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orkshop benefits">
  <p:cSld name="CUSTOM_2_1_1">
    <p:spTree>
      <p:nvGrpSpPr>
        <p:cNvPr id="37" name="Shape 37"/>
        <p:cNvGrpSpPr/>
        <p:nvPr/>
      </p:nvGrpSpPr>
      <p:grpSpPr>
        <a:xfrm>
          <a:off x="0" y="0"/>
          <a:ext cx="0" cy="0"/>
          <a:chOff x="0" y="0"/>
          <a:chExt cx="0" cy="0"/>
        </a:xfrm>
      </p:grpSpPr>
      <p:sp>
        <p:nvSpPr>
          <p:cNvPr id="38" name="Google Shape;38;p5"/>
          <p:cNvSpPr/>
          <p:nvPr/>
        </p:nvSpPr>
        <p:spPr>
          <a:xfrm>
            <a:off x="100" y="-100"/>
            <a:ext cx="4572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39" name="Google Shape;39;p5"/>
          <p:cNvSpPr txBox="1"/>
          <p:nvPr>
            <p:ph type="title"/>
          </p:nvPr>
        </p:nvSpPr>
        <p:spPr>
          <a:xfrm>
            <a:off x="519750" y="145550"/>
            <a:ext cx="3908100" cy="28974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0" name="Google Shape;40;p5"/>
          <p:cNvSpPr txBox="1"/>
          <p:nvPr>
            <p:ph idx="1" type="body"/>
          </p:nvPr>
        </p:nvSpPr>
        <p:spPr>
          <a:xfrm>
            <a:off x="519750" y="2142625"/>
            <a:ext cx="3622800" cy="1988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1" name="Google Shape;41;p5"/>
          <p:cNvSpPr txBox="1"/>
          <p:nvPr>
            <p:ph idx="2" type="subTitle"/>
          </p:nvPr>
        </p:nvSpPr>
        <p:spPr>
          <a:xfrm>
            <a:off x="5473534" y="7244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
          <p:cNvSpPr txBox="1"/>
          <p:nvPr>
            <p:ph idx="3" type="subTitle"/>
          </p:nvPr>
        </p:nvSpPr>
        <p:spPr>
          <a:xfrm>
            <a:off x="5473534" y="10091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idx="4" type="subTitle"/>
          </p:nvPr>
        </p:nvSpPr>
        <p:spPr>
          <a:xfrm>
            <a:off x="5473534" y="15122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5" type="subTitle"/>
          </p:nvPr>
        </p:nvSpPr>
        <p:spPr>
          <a:xfrm>
            <a:off x="5473534" y="17969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5"/>
          <p:cNvSpPr txBox="1"/>
          <p:nvPr>
            <p:ph idx="6" type="subTitle"/>
          </p:nvPr>
        </p:nvSpPr>
        <p:spPr>
          <a:xfrm>
            <a:off x="5473534" y="23000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
          <p:cNvSpPr txBox="1"/>
          <p:nvPr>
            <p:ph idx="7" type="subTitle"/>
          </p:nvPr>
        </p:nvSpPr>
        <p:spPr>
          <a:xfrm>
            <a:off x="5473534" y="25847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
          <p:cNvSpPr txBox="1"/>
          <p:nvPr>
            <p:ph idx="8" type="subTitle"/>
          </p:nvPr>
        </p:nvSpPr>
        <p:spPr>
          <a:xfrm>
            <a:off x="5473534" y="30878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5"/>
          <p:cNvSpPr txBox="1"/>
          <p:nvPr>
            <p:ph idx="9" type="subTitle"/>
          </p:nvPr>
        </p:nvSpPr>
        <p:spPr>
          <a:xfrm>
            <a:off x="5473534" y="33725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5"/>
          <p:cNvSpPr txBox="1"/>
          <p:nvPr>
            <p:ph idx="13" type="subTitle"/>
          </p:nvPr>
        </p:nvSpPr>
        <p:spPr>
          <a:xfrm>
            <a:off x="5473534" y="38756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5"/>
          <p:cNvSpPr txBox="1"/>
          <p:nvPr>
            <p:ph idx="14" type="subTitle"/>
          </p:nvPr>
        </p:nvSpPr>
        <p:spPr>
          <a:xfrm>
            <a:off x="5473534" y="41603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txBox="1"/>
          <p:nvPr>
            <p:ph idx="15"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53" name="Google Shape;53;p5"/>
          <p:cNvSpPr txBox="1"/>
          <p:nvPr>
            <p:ph idx="16"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54" name="Google Shape;54;p5"/>
          <p:cNvSpPr txBox="1"/>
          <p:nvPr>
            <p:ph idx="17"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amp; context">
  <p:cSld name="CUSTOM_2_1_1_1">
    <p:spTree>
      <p:nvGrpSpPr>
        <p:cNvPr id="55" name="Shape 55"/>
        <p:cNvGrpSpPr/>
        <p:nvPr/>
      </p:nvGrpSpPr>
      <p:grpSpPr>
        <a:xfrm>
          <a:off x="0" y="0"/>
          <a:ext cx="0" cy="0"/>
          <a:chOff x="0" y="0"/>
          <a:chExt cx="0" cy="0"/>
        </a:xfrm>
      </p:grpSpPr>
      <p:sp>
        <p:nvSpPr>
          <p:cNvPr id="56" name="Google Shape;56;p6"/>
          <p:cNvSpPr/>
          <p:nvPr/>
        </p:nvSpPr>
        <p:spPr>
          <a:xfrm>
            <a:off x="-925" y="-100"/>
            <a:ext cx="4572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57" name="Google Shape;57;p6"/>
          <p:cNvSpPr txBox="1"/>
          <p:nvPr>
            <p:ph type="title"/>
          </p:nvPr>
        </p:nvSpPr>
        <p:spPr>
          <a:xfrm>
            <a:off x="519750" y="145550"/>
            <a:ext cx="3908100" cy="1453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8" name="Google Shape;58;p6"/>
          <p:cNvSpPr txBox="1"/>
          <p:nvPr>
            <p:ph idx="1" type="body"/>
          </p:nvPr>
        </p:nvSpPr>
        <p:spPr>
          <a:xfrm>
            <a:off x="519750" y="3804825"/>
            <a:ext cx="3908100" cy="11559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9" name="Google Shape;59;p6"/>
          <p:cNvSpPr txBox="1"/>
          <p:nvPr>
            <p:ph idx="2" type="subTitle"/>
          </p:nvPr>
        </p:nvSpPr>
        <p:spPr>
          <a:xfrm>
            <a:off x="5473534" y="7244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
          <p:cNvSpPr txBox="1"/>
          <p:nvPr>
            <p:ph idx="3" type="subTitle"/>
          </p:nvPr>
        </p:nvSpPr>
        <p:spPr>
          <a:xfrm>
            <a:off x="5473534" y="10091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6"/>
          <p:cNvSpPr txBox="1"/>
          <p:nvPr>
            <p:ph idx="4" type="subTitle"/>
          </p:nvPr>
        </p:nvSpPr>
        <p:spPr>
          <a:xfrm>
            <a:off x="5473534" y="15122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6"/>
          <p:cNvSpPr txBox="1"/>
          <p:nvPr>
            <p:ph idx="5" type="subTitle"/>
          </p:nvPr>
        </p:nvSpPr>
        <p:spPr>
          <a:xfrm>
            <a:off x="5473534" y="17969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6"/>
          <p:cNvSpPr txBox="1"/>
          <p:nvPr>
            <p:ph idx="6" type="subTitle"/>
          </p:nvPr>
        </p:nvSpPr>
        <p:spPr>
          <a:xfrm>
            <a:off x="5473534" y="23000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6"/>
          <p:cNvSpPr txBox="1"/>
          <p:nvPr>
            <p:ph idx="7" type="subTitle"/>
          </p:nvPr>
        </p:nvSpPr>
        <p:spPr>
          <a:xfrm>
            <a:off x="5473534" y="25847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6"/>
          <p:cNvSpPr txBox="1"/>
          <p:nvPr>
            <p:ph idx="8" type="subTitle"/>
          </p:nvPr>
        </p:nvSpPr>
        <p:spPr>
          <a:xfrm>
            <a:off x="5473534" y="30878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6"/>
          <p:cNvSpPr txBox="1"/>
          <p:nvPr>
            <p:ph idx="9" type="subTitle"/>
          </p:nvPr>
        </p:nvSpPr>
        <p:spPr>
          <a:xfrm>
            <a:off x="5473534" y="33725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
          <p:cNvSpPr txBox="1"/>
          <p:nvPr>
            <p:ph idx="13" type="subTitle"/>
          </p:nvPr>
        </p:nvSpPr>
        <p:spPr>
          <a:xfrm>
            <a:off x="5473534" y="3875624"/>
            <a:ext cx="3710100" cy="503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6"/>
          <p:cNvSpPr txBox="1"/>
          <p:nvPr>
            <p:ph idx="14" type="subTitle"/>
          </p:nvPr>
        </p:nvSpPr>
        <p:spPr>
          <a:xfrm>
            <a:off x="5473534" y="4160325"/>
            <a:ext cx="3622800" cy="503100"/>
          </a:xfrm>
          <a:prstGeom prst="rect">
            <a:avLst/>
          </a:prstGeom>
        </p:spPr>
        <p:txBody>
          <a:bodyPr anchorCtr="0" anchor="t" bIns="91425" lIns="91425" spcFirstLastPara="1" rIns="91425" wrap="square" tIns="91425">
            <a:noAutofit/>
          </a:bodyPr>
          <a:lstStyle>
            <a:lvl1pPr lvl="0">
              <a:spcBef>
                <a:spcPts val="0"/>
              </a:spcBef>
              <a:spcAft>
                <a:spcPts val="0"/>
              </a:spcAft>
              <a:buSzPts val="900"/>
              <a:buFont typeface="Work Sans"/>
              <a:buNone/>
              <a:defRPr sz="900">
                <a:latin typeface="Work Sans"/>
                <a:ea typeface="Work Sans"/>
                <a:cs typeface="Work Sans"/>
                <a:sym typeface="Work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6"/>
          <p:cNvSpPr/>
          <p:nvPr>
            <p:ph idx="15" type="pic"/>
          </p:nvPr>
        </p:nvSpPr>
        <p:spPr>
          <a:xfrm>
            <a:off x="566862" y="1552585"/>
            <a:ext cx="3712200" cy="2051700"/>
          </a:xfrm>
          <a:prstGeom prst="ellipse">
            <a:avLst/>
          </a:prstGeom>
          <a:noFill/>
          <a:ln>
            <a:noFill/>
          </a:ln>
        </p:spPr>
      </p:sp>
      <p:sp>
        <p:nvSpPr>
          <p:cNvPr id="70" name="Google Shape;70;p6"/>
          <p:cNvSpPr/>
          <p:nvPr/>
        </p:nvSpPr>
        <p:spPr>
          <a:xfrm>
            <a:off x="-925" y="0"/>
            <a:ext cx="3483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txBox="1"/>
          <p:nvPr>
            <p:ph idx="16"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72" name="Google Shape;72;p6"/>
          <p:cNvSpPr txBox="1"/>
          <p:nvPr>
            <p:ph idx="17"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73" name="Google Shape;73;p6"/>
          <p:cNvSpPr txBox="1"/>
          <p:nvPr>
            <p:ph idx="18"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loyee 2">
  <p:cSld name="CUSTOM_2_1_1_1_1_1">
    <p:spTree>
      <p:nvGrpSpPr>
        <p:cNvPr id="74" name="Shape 74"/>
        <p:cNvGrpSpPr/>
        <p:nvPr/>
      </p:nvGrpSpPr>
      <p:grpSpPr>
        <a:xfrm>
          <a:off x="0" y="0"/>
          <a:ext cx="0" cy="0"/>
          <a:chOff x="0" y="0"/>
          <a:chExt cx="0" cy="0"/>
        </a:xfrm>
      </p:grpSpPr>
      <p:sp>
        <p:nvSpPr>
          <p:cNvPr id="75" name="Google Shape;75;p7"/>
          <p:cNvSpPr txBox="1"/>
          <p:nvPr>
            <p:ph idx="1" type="subTitle"/>
          </p:nvPr>
        </p:nvSpPr>
        <p:spPr>
          <a:xfrm>
            <a:off x="5630225" y="2866950"/>
            <a:ext cx="25182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7"/>
          <p:cNvSpPr txBox="1"/>
          <p:nvPr>
            <p:ph idx="2" type="subTitle"/>
          </p:nvPr>
        </p:nvSpPr>
        <p:spPr>
          <a:xfrm>
            <a:off x="4726800" y="30689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7" name="Google Shape;77;p7"/>
          <p:cNvSpPr txBox="1"/>
          <p:nvPr>
            <p:ph idx="3" type="subTitle"/>
          </p:nvPr>
        </p:nvSpPr>
        <p:spPr>
          <a:xfrm>
            <a:off x="8375975" y="30689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8" name="Google Shape;78;p7"/>
          <p:cNvSpPr/>
          <p:nvPr/>
        </p:nvSpPr>
        <p:spPr>
          <a:xfrm>
            <a:off x="347075" y="-100"/>
            <a:ext cx="4224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79" name="Google Shape;79;p7"/>
          <p:cNvSpPr/>
          <p:nvPr>
            <p:ph idx="4" type="pic"/>
          </p:nvPr>
        </p:nvSpPr>
        <p:spPr>
          <a:xfrm>
            <a:off x="825750" y="287000"/>
            <a:ext cx="3090900" cy="4569300"/>
          </a:xfrm>
          <a:prstGeom prst="ellipse">
            <a:avLst/>
          </a:prstGeom>
          <a:noFill/>
          <a:ln>
            <a:noFill/>
          </a:ln>
        </p:spPr>
      </p:sp>
      <p:sp>
        <p:nvSpPr>
          <p:cNvPr id="80" name="Google Shape;80;p7"/>
          <p:cNvSpPr txBox="1"/>
          <p:nvPr>
            <p:ph type="title"/>
          </p:nvPr>
        </p:nvSpPr>
        <p:spPr>
          <a:xfrm>
            <a:off x="4812175" y="192125"/>
            <a:ext cx="3989700" cy="890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81" name="Google Shape;81;p7"/>
          <p:cNvSpPr txBox="1"/>
          <p:nvPr>
            <p:ph idx="5" type="subTitle"/>
          </p:nvPr>
        </p:nvSpPr>
        <p:spPr>
          <a:xfrm>
            <a:off x="4804275" y="670082"/>
            <a:ext cx="3989700" cy="503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Work Sans"/>
              <a:buNone/>
              <a:defRPr sz="14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2" name="Google Shape;82;p7"/>
          <p:cNvSpPr/>
          <p:nvPr/>
        </p:nvSpPr>
        <p:spPr>
          <a:xfrm>
            <a:off x="5414389" y="3068847"/>
            <a:ext cx="2949900" cy="1578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txBox="1"/>
          <p:nvPr>
            <p:ph idx="6" type="subTitle"/>
          </p:nvPr>
        </p:nvSpPr>
        <p:spPr>
          <a:xfrm>
            <a:off x="5630225" y="3626750"/>
            <a:ext cx="25182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4" name="Google Shape;84;p7"/>
          <p:cNvSpPr txBox="1"/>
          <p:nvPr>
            <p:ph idx="7" type="subTitle"/>
          </p:nvPr>
        </p:nvSpPr>
        <p:spPr>
          <a:xfrm>
            <a:off x="4726800" y="38287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5" name="Google Shape;85;p7"/>
          <p:cNvSpPr txBox="1"/>
          <p:nvPr>
            <p:ph idx="8" type="subTitle"/>
          </p:nvPr>
        </p:nvSpPr>
        <p:spPr>
          <a:xfrm>
            <a:off x="8375975" y="38287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6" name="Google Shape;86;p7"/>
          <p:cNvSpPr/>
          <p:nvPr/>
        </p:nvSpPr>
        <p:spPr>
          <a:xfrm>
            <a:off x="5414389" y="3828647"/>
            <a:ext cx="2949900" cy="1578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txBox="1"/>
          <p:nvPr>
            <p:ph idx="9" type="subTitle"/>
          </p:nvPr>
        </p:nvSpPr>
        <p:spPr>
          <a:xfrm>
            <a:off x="5630225" y="4386550"/>
            <a:ext cx="25182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8" name="Google Shape;88;p7"/>
          <p:cNvSpPr txBox="1"/>
          <p:nvPr>
            <p:ph idx="13" type="subTitle"/>
          </p:nvPr>
        </p:nvSpPr>
        <p:spPr>
          <a:xfrm>
            <a:off x="4726800" y="45885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7"/>
          <p:cNvSpPr txBox="1"/>
          <p:nvPr>
            <p:ph idx="14" type="subTitle"/>
          </p:nvPr>
        </p:nvSpPr>
        <p:spPr>
          <a:xfrm>
            <a:off x="8375975" y="4588500"/>
            <a:ext cx="623100" cy="157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00"/>
              <a:buFont typeface="Work Sans"/>
              <a:buNone/>
              <a:defRPr sz="9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0" name="Google Shape;90;p7"/>
          <p:cNvSpPr/>
          <p:nvPr/>
        </p:nvSpPr>
        <p:spPr>
          <a:xfrm>
            <a:off x="5414389" y="4588447"/>
            <a:ext cx="2949900" cy="1578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txBox="1"/>
          <p:nvPr>
            <p:ph idx="15"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94" name="Google Shape;94;p7"/>
          <p:cNvSpPr txBox="1"/>
          <p:nvPr>
            <p:ph idx="16"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95" name="Google Shape;95;p7"/>
          <p:cNvSpPr txBox="1"/>
          <p:nvPr>
            <p:ph idx="17"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tendees">
  <p:cSld name="CUSTOM_2_1_1_1_1_1_1">
    <p:spTree>
      <p:nvGrpSpPr>
        <p:cNvPr id="96" name="Shape 96"/>
        <p:cNvGrpSpPr/>
        <p:nvPr/>
      </p:nvGrpSpPr>
      <p:grpSpPr>
        <a:xfrm>
          <a:off x="0" y="0"/>
          <a:ext cx="0" cy="0"/>
          <a:chOff x="0" y="0"/>
          <a:chExt cx="0" cy="0"/>
        </a:xfrm>
      </p:grpSpPr>
      <p:sp>
        <p:nvSpPr>
          <p:cNvPr id="97" name="Google Shape;97;p8"/>
          <p:cNvSpPr txBox="1"/>
          <p:nvPr>
            <p:ph type="title"/>
          </p:nvPr>
        </p:nvSpPr>
        <p:spPr>
          <a:xfrm>
            <a:off x="328350" y="3596925"/>
            <a:ext cx="8487300" cy="1481400"/>
          </a:xfrm>
          <a:prstGeom prst="rect">
            <a:avLst/>
          </a:prstGeom>
        </p:spPr>
        <p:txBody>
          <a:bodyPr anchorCtr="0" anchor="b" bIns="91425" lIns="91425" spcFirstLastPara="1" rIns="91425" wrap="square" tIns="91425">
            <a:noAutofit/>
          </a:bodyPr>
          <a:lstStyle>
            <a:lvl1pPr lvl="0" algn="ctr">
              <a:spcBef>
                <a:spcPts val="0"/>
              </a:spcBef>
              <a:spcAft>
                <a:spcPts val="0"/>
              </a:spcAft>
              <a:buSzPts val="5600"/>
              <a:buNone/>
              <a:defRPr/>
            </a:lvl1pPr>
            <a:lvl2pPr lvl="1" algn="ctr">
              <a:spcBef>
                <a:spcPts val="0"/>
              </a:spcBef>
              <a:spcAft>
                <a:spcPts val="0"/>
              </a:spcAft>
              <a:buSzPts val="5600"/>
              <a:buNone/>
              <a:defRPr/>
            </a:lvl2pPr>
            <a:lvl3pPr lvl="2" algn="ctr">
              <a:spcBef>
                <a:spcPts val="0"/>
              </a:spcBef>
              <a:spcAft>
                <a:spcPts val="0"/>
              </a:spcAft>
              <a:buSzPts val="5600"/>
              <a:buNone/>
              <a:defRPr/>
            </a:lvl3pPr>
            <a:lvl4pPr lvl="3" algn="ctr">
              <a:spcBef>
                <a:spcPts val="0"/>
              </a:spcBef>
              <a:spcAft>
                <a:spcPts val="0"/>
              </a:spcAft>
              <a:buSzPts val="5600"/>
              <a:buNone/>
              <a:defRPr/>
            </a:lvl4pPr>
            <a:lvl5pPr lvl="4" algn="ctr">
              <a:spcBef>
                <a:spcPts val="0"/>
              </a:spcBef>
              <a:spcAft>
                <a:spcPts val="0"/>
              </a:spcAft>
              <a:buSzPts val="5600"/>
              <a:buNone/>
              <a:defRPr/>
            </a:lvl5pPr>
            <a:lvl6pPr lvl="5" algn="ctr">
              <a:spcBef>
                <a:spcPts val="0"/>
              </a:spcBef>
              <a:spcAft>
                <a:spcPts val="0"/>
              </a:spcAft>
              <a:buSzPts val="5600"/>
              <a:buNone/>
              <a:defRPr/>
            </a:lvl6pPr>
            <a:lvl7pPr lvl="6" algn="ctr">
              <a:spcBef>
                <a:spcPts val="0"/>
              </a:spcBef>
              <a:spcAft>
                <a:spcPts val="0"/>
              </a:spcAft>
              <a:buSzPts val="5600"/>
              <a:buNone/>
              <a:defRPr/>
            </a:lvl7pPr>
            <a:lvl8pPr lvl="7" algn="ctr">
              <a:spcBef>
                <a:spcPts val="0"/>
              </a:spcBef>
              <a:spcAft>
                <a:spcPts val="0"/>
              </a:spcAft>
              <a:buSzPts val="5600"/>
              <a:buNone/>
              <a:defRPr/>
            </a:lvl8pPr>
            <a:lvl9pPr lvl="8" algn="ctr">
              <a:spcBef>
                <a:spcPts val="0"/>
              </a:spcBef>
              <a:spcAft>
                <a:spcPts val="0"/>
              </a:spcAft>
              <a:buSzPts val="5600"/>
              <a:buNone/>
              <a:defRPr/>
            </a:lvl9pPr>
          </a:lstStyle>
          <a:p/>
        </p:txBody>
      </p:sp>
      <p:sp>
        <p:nvSpPr>
          <p:cNvPr id="98" name="Google Shape;98;p8"/>
          <p:cNvSpPr/>
          <p:nvPr>
            <p:ph idx="2" type="pic"/>
          </p:nvPr>
        </p:nvSpPr>
        <p:spPr>
          <a:xfrm>
            <a:off x="739297" y="284052"/>
            <a:ext cx="865800" cy="865800"/>
          </a:xfrm>
          <a:prstGeom prst="teardrop">
            <a:avLst>
              <a:gd fmla="val 100000" name="adj"/>
            </a:avLst>
          </a:prstGeom>
          <a:noFill/>
          <a:ln>
            <a:noFill/>
          </a:ln>
        </p:spPr>
      </p:sp>
      <p:sp>
        <p:nvSpPr>
          <p:cNvPr id="99" name="Google Shape;99;p8"/>
          <p:cNvSpPr/>
          <p:nvPr>
            <p:ph idx="3" type="pic"/>
          </p:nvPr>
        </p:nvSpPr>
        <p:spPr>
          <a:xfrm>
            <a:off x="2382733" y="189500"/>
            <a:ext cx="1054800" cy="1054800"/>
          </a:xfrm>
          <a:prstGeom prst="diamond">
            <a:avLst/>
          </a:prstGeom>
          <a:noFill/>
          <a:ln>
            <a:noFill/>
          </a:ln>
        </p:spPr>
      </p:sp>
      <p:sp>
        <p:nvSpPr>
          <p:cNvPr id="100" name="Google Shape;100;p8"/>
          <p:cNvSpPr/>
          <p:nvPr>
            <p:ph idx="4" type="pic"/>
          </p:nvPr>
        </p:nvSpPr>
        <p:spPr>
          <a:xfrm>
            <a:off x="4120768" y="284052"/>
            <a:ext cx="1054800" cy="865800"/>
          </a:xfrm>
          <a:prstGeom prst="trapezoid">
            <a:avLst>
              <a:gd fmla="val 12350" name="adj"/>
            </a:avLst>
          </a:prstGeom>
          <a:noFill/>
          <a:ln>
            <a:noFill/>
          </a:ln>
        </p:spPr>
      </p:sp>
      <p:sp>
        <p:nvSpPr>
          <p:cNvPr id="101" name="Google Shape;101;p8"/>
          <p:cNvSpPr/>
          <p:nvPr>
            <p:ph idx="5" type="pic"/>
          </p:nvPr>
        </p:nvSpPr>
        <p:spPr>
          <a:xfrm>
            <a:off x="5757535" y="284052"/>
            <a:ext cx="1104900" cy="865800"/>
          </a:xfrm>
          <a:prstGeom prst="parallelogram">
            <a:avLst>
              <a:gd fmla="val 25000" name="adj"/>
            </a:avLst>
          </a:prstGeom>
          <a:noFill/>
          <a:ln>
            <a:noFill/>
          </a:ln>
        </p:spPr>
      </p:sp>
      <p:sp>
        <p:nvSpPr>
          <p:cNvPr id="102" name="Google Shape;102;p8"/>
          <p:cNvSpPr/>
          <p:nvPr>
            <p:ph idx="6" type="pic"/>
          </p:nvPr>
        </p:nvSpPr>
        <p:spPr>
          <a:xfrm>
            <a:off x="7564493" y="233549"/>
            <a:ext cx="966900" cy="966900"/>
          </a:xfrm>
          <a:prstGeom prst="pentagon">
            <a:avLst>
              <a:gd fmla="val 105146" name="hf"/>
              <a:gd fmla="val 110557" name="vf"/>
            </a:avLst>
          </a:prstGeom>
          <a:noFill/>
          <a:ln>
            <a:noFill/>
          </a:ln>
        </p:spPr>
      </p:sp>
      <p:sp>
        <p:nvSpPr>
          <p:cNvPr id="103" name="Google Shape;103;p8"/>
          <p:cNvSpPr/>
          <p:nvPr>
            <p:ph idx="7" type="pic"/>
          </p:nvPr>
        </p:nvSpPr>
        <p:spPr>
          <a:xfrm>
            <a:off x="739297" y="1634774"/>
            <a:ext cx="865800" cy="865800"/>
          </a:xfrm>
          <a:prstGeom prst="octagon">
            <a:avLst>
              <a:gd fmla="val 29289" name="adj"/>
            </a:avLst>
          </a:prstGeom>
          <a:noFill/>
          <a:ln>
            <a:noFill/>
          </a:ln>
        </p:spPr>
      </p:sp>
      <p:sp>
        <p:nvSpPr>
          <p:cNvPr id="104" name="Google Shape;104;p8"/>
          <p:cNvSpPr/>
          <p:nvPr>
            <p:ph idx="8" type="pic"/>
          </p:nvPr>
        </p:nvSpPr>
        <p:spPr>
          <a:xfrm>
            <a:off x="4215258" y="1634774"/>
            <a:ext cx="865800" cy="865800"/>
          </a:xfrm>
          <a:prstGeom prst="teardrop">
            <a:avLst>
              <a:gd fmla="val 100000" name="adj"/>
            </a:avLst>
          </a:prstGeom>
          <a:noFill/>
          <a:ln>
            <a:noFill/>
          </a:ln>
        </p:spPr>
      </p:sp>
      <p:sp>
        <p:nvSpPr>
          <p:cNvPr id="105" name="Google Shape;105;p8"/>
          <p:cNvSpPr/>
          <p:nvPr>
            <p:ph idx="9" type="pic"/>
          </p:nvPr>
        </p:nvSpPr>
        <p:spPr>
          <a:xfrm>
            <a:off x="2357763" y="1634774"/>
            <a:ext cx="1104900" cy="865800"/>
          </a:xfrm>
          <a:prstGeom prst="parallelogram">
            <a:avLst>
              <a:gd fmla="val 25000" name="adj"/>
            </a:avLst>
          </a:prstGeom>
          <a:noFill/>
          <a:ln>
            <a:noFill/>
          </a:ln>
        </p:spPr>
      </p:sp>
      <p:sp>
        <p:nvSpPr>
          <p:cNvPr id="106" name="Google Shape;106;p8"/>
          <p:cNvSpPr/>
          <p:nvPr>
            <p:ph idx="13" type="pic"/>
          </p:nvPr>
        </p:nvSpPr>
        <p:spPr>
          <a:xfrm>
            <a:off x="5826553" y="1584271"/>
            <a:ext cx="966900" cy="966900"/>
          </a:xfrm>
          <a:prstGeom prst="pentagon">
            <a:avLst>
              <a:gd fmla="val 105146" name="hf"/>
              <a:gd fmla="val 110557" name="vf"/>
            </a:avLst>
          </a:prstGeom>
          <a:noFill/>
          <a:ln>
            <a:noFill/>
          </a:ln>
        </p:spPr>
      </p:sp>
      <p:sp>
        <p:nvSpPr>
          <p:cNvPr id="107" name="Google Shape;107;p8"/>
          <p:cNvSpPr/>
          <p:nvPr>
            <p:ph idx="14" type="pic"/>
          </p:nvPr>
        </p:nvSpPr>
        <p:spPr>
          <a:xfrm>
            <a:off x="7489068" y="1634774"/>
            <a:ext cx="1104900" cy="865800"/>
          </a:xfrm>
          <a:prstGeom prst="parallelogram">
            <a:avLst>
              <a:gd fmla="val 25000" name="adj"/>
            </a:avLst>
          </a:prstGeom>
          <a:noFill/>
          <a:ln>
            <a:noFill/>
          </a:ln>
        </p:spPr>
      </p:sp>
      <p:sp>
        <p:nvSpPr>
          <p:cNvPr id="108" name="Google Shape;108;p8"/>
          <p:cNvSpPr/>
          <p:nvPr>
            <p:ph idx="15" type="pic"/>
          </p:nvPr>
        </p:nvSpPr>
        <p:spPr>
          <a:xfrm>
            <a:off x="688795" y="2890967"/>
            <a:ext cx="966900" cy="966900"/>
          </a:xfrm>
          <a:prstGeom prst="pentagon">
            <a:avLst>
              <a:gd fmla="val 105146" name="hf"/>
              <a:gd fmla="val 110557" name="vf"/>
            </a:avLst>
          </a:prstGeom>
          <a:noFill/>
          <a:ln>
            <a:noFill/>
          </a:ln>
        </p:spPr>
      </p:sp>
      <p:sp>
        <p:nvSpPr>
          <p:cNvPr id="109" name="Google Shape;109;p8"/>
          <p:cNvSpPr/>
          <p:nvPr>
            <p:ph idx="16" type="pic"/>
          </p:nvPr>
        </p:nvSpPr>
        <p:spPr>
          <a:xfrm>
            <a:off x="2373476" y="2941470"/>
            <a:ext cx="1054800" cy="865800"/>
          </a:xfrm>
          <a:prstGeom prst="trapezoid">
            <a:avLst>
              <a:gd fmla="val 12350" name="adj"/>
            </a:avLst>
          </a:prstGeom>
          <a:noFill/>
          <a:ln>
            <a:noFill/>
          </a:ln>
        </p:spPr>
      </p:sp>
      <p:sp>
        <p:nvSpPr>
          <p:cNvPr id="110" name="Google Shape;110;p8"/>
          <p:cNvSpPr/>
          <p:nvPr>
            <p:ph idx="17" type="pic"/>
          </p:nvPr>
        </p:nvSpPr>
        <p:spPr>
          <a:xfrm>
            <a:off x="4095749" y="2941470"/>
            <a:ext cx="1104900" cy="865800"/>
          </a:xfrm>
          <a:prstGeom prst="parallelogram">
            <a:avLst>
              <a:gd fmla="val 25000" name="adj"/>
            </a:avLst>
          </a:prstGeom>
          <a:noFill/>
          <a:ln>
            <a:noFill/>
          </a:ln>
        </p:spPr>
      </p:sp>
      <p:sp>
        <p:nvSpPr>
          <p:cNvPr id="111" name="Google Shape;111;p8"/>
          <p:cNvSpPr/>
          <p:nvPr>
            <p:ph idx="18" type="pic"/>
          </p:nvPr>
        </p:nvSpPr>
        <p:spPr>
          <a:xfrm>
            <a:off x="5877056" y="2941470"/>
            <a:ext cx="865800" cy="865800"/>
          </a:xfrm>
          <a:prstGeom prst="teardrop">
            <a:avLst>
              <a:gd fmla="val 100000" name="adj"/>
            </a:avLst>
          </a:prstGeom>
          <a:noFill/>
          <a:ln>
            <a:noFill/>
          </a:ln>
        </p:spPr>
      </p:sp>
      <p:sp>
        <p:nvSpPr>
          <p:cNvPr id="112" name="Google Shape;112;p8"/>
          <p:cNvSpPr/>
          <p:nvPr>
            <p:ph idx="19" type="pic"/>
          </p:nvPr>
        </p:nvSpPr>
        <p:spPr>
          <a:xfrm>
            <a:off x="7514039" y="2846918"/>
            <a:ext cx="1054800" cy="1054800"/>
          </a:xfrm>
          <a:prstGeom prst="diamond">
            <a:avLst/>
          </a:prstGeom>
          <a:noFill/>
          <a:ln>
            <a:noFill/>
          </a:ln>
        </p:spPr>
      </p:sp>
      <p:sp>
        <p:nvSpPr>
          <p:cNvPr id="113" name="Google Shape;113;p8"/>
          <p:cNvSpPr txBox="1"/>
          <p:nvPr>
            <p:ph idx="1" type="subTitle"/>
          </p:nvPr>
        </p:nvSpPr>
        <p:spPr>
          <a:xfrm>
            <a:off x="619775"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4" name="Google Shape;114;p8"/>
          <p:cNvSpPr txBox="1"/>
          <p:nvPr>
            <p:ph idx="20" type="subTitle"/>
          </p:nvPr>
        </p:nvSpPr>
        <p:spPr>
          <a:xfrm>
            <a:off x="2357761"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5" name="Google Shape;115;p8"/>
          <p:cNvSpPr txBox="1"/>
          <p:nvPr>
            <p:ph idx="21" type="subTitle"/>
          </p:nvPr>
        </p:nvSpPr>
        <p:spPr>
          <a:xfrm>
            <a:off x="4095747"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6" name="Google Shape;116;p8"/>
          <p:cNvSpPr txBox="1"/>
          <p:nvPr>
            <p:ph idx="22" type="subTitle"/>
          </p:nvPr>
        </p:nvSpPr>
        <p:spPr>
          <a:xfrm>
            <a:off x="5757534"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7" name="Google Shape;117;p8"/>
          <p:cNvSpPr txBox="1"/>
          <p:nvPr>
            <p:ph idx="23" type="subTitle"/>
          </p:nvPr>
        </p:nvSpPr>
        <p:spPr>
          <a:xfrm>
            <a:off x="7495520" y="119072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8" name="Google Shape;118;p8"/>
          <p:cNvSpPr txBox="1"/>
          <p:nvPr>
            <p:ph idx="24" type="subTitle"/>
          </p:nvPr>
        </p:nvSpPr>
        <p:spPr>
          <a:xfrm>
            <a:off x="619775"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19" name="Google Shape;119;p8"/>
          <p:cNvSpPr txBox="1"/>
          <p:nvPr>
            <p:ph idx="25" type="subTitle"/>
          </p:nvPr>
        </p:nvSpPr>
        <p:spPr>
          <a:xfrm>
            <a:off x="2357761"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0" name="Google Shape;120;p8"/>
          <p:cNvSpPr txBox="1"/>
          <p:nvPr>
            <p:ph idx="26" type="subTitle"/>
          </p:nvPr>
        </p:nvSpPr>
        <p:spPr>
          <a:xfrm>
            <a:off x="4095747"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1" name="Google Shape;121;p8"/>
          <p:cNvSpPr txBox="1"/>
          <p:nvPr>
            <p:ph idx="27" type="subTitle"/>
          </p:nvPr>
        </p:nvSpPr>
        <p:spPr>
          <a:xfrm>
            <a:off x="5757534"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2" name="Google Shape;122;p8"/>
          <p:cNvSpPr txBox="1"/>
          <p:nvPr>
            <p:ph idx="28" type="subTitle"/>
          </p:nvPr>
        </p:nvSpPr>
        <p:spPr>
          <a:xfrm>
            <a:off x="7495520" y="25277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3" name="Google Shape;123;p8"/>
          <p:cNvSpPr txBox="1"/>
          <p:nvPr>
            <p:ph idx="29" type="subTitle"/>
          </p:nvPr>
        </p:nvSpPr>
        <p:spPr>
          <a:xfrm>
            <a:off x="619775"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4" name="Google Shape;124;p8"/>
          <p:cNvSpPr txBox="1"/>
          <p:nvPr>
            <p:ph idx="30" type="subTitle"/>
          </p:nvPr>
        </p:nvSpPr>
        <p:spPr>
          <a:xfrm>
            <a:off x="2357761"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5" name="Google Shape;125;p8"/>
          <p:cNvSpPr txBox="1"/>
          <p:nvPr>
            <p:ph idx="31" type="subTitle"/>
          </p:nvPr>
        </p:nvSpPr>
        <p:spPr>
          <a:xfrm>
            <a:off x="4095747"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6" name="Google Shape;126;p8"/>
          <p:cNvSpPr txBox="1"/>
          <p:nvPr>
            <p:ph idx="32" type="subTitle"/>
          </p:nvPr>
        </p:nvSpPr>
        <p:spPr>
          <a:xfrm>
            <a:off x="5757534"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7" name="Google Shape;127;p8"/>
          <p:cNvSpPr txBox="1"/>
          <p:nvPr>
            <p:ph idx="33" type="subTitle"/>
          </p:nvPr>
        </p:nvSpPr>
        <p:spPr>
          <a:xfrm>
            <a:off x="7495520" y="38305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900"/>
              <a:buFont typeface="Work Sans"/>
              <a:buNone/>
              <a:defRPr sz="900">
                <a:solidFill>
                  <a:schemeClr val="lt1"/>
                </a:solidFill>
                <a:latin typeface="Work Sans"/>
                <a:ea typeface="Work Sans"/>
                <a:cs typeface="Work Sans"/>
                <a:sym typeface="Work Sans"/>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28" name="Google Shape;128;p8"/>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txBox="1"/>
          <p:nvPr>
            <p:ph idx="3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9pPr>
          </a:lstStyle>
          <a:p/>
        </p:txBody>
      </p:sp>
      <p:sp>
        <p:nvSpPr>
          <p:cNvPr id="130" name="Google Shape;130;p8"/>
          <p:cNvSpPr txBox="1"/>
          <p:nvPr>
            <p:ph idx="3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31" name="Google Shape;131;p8"/>
          <p:cNvSpPr txBox="1"/>
          <p:nvPr>
            <p:ph idx="3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room activity">
  <p:cSld name="CUSTOM_3">
    <p:spTree>
      <p:nvGrpSpPr>
        <p:cNvPr id="132" name="Shape 132"/>
        <p:cNvGrpSpPr/>
        <p:nvPr/>
      </p:nvGrpSpPr>
      <p:grpSpPr>
        <a:xfrm>
          <a:off x="0" y="0"/>
          <a:ext cx="0" cy="0"/>
          <a:chOff x="0" y="0"/>
          <a:chExt cx="0" cy="0"/>
        </a:xfrm>
      </p:grpSpPr>
      <p:sp>
        <p:nvSpPr>
          <p:cNvPr id="133" name="Google Shape;133;p9"/>
          <p:cNvSpPr/>
          <p:nvPr/>
        </p:nvSpPr>
        <p:spPr>
          <a:xfrm>
            <a:off x="3276317" y="880625"/>
            <a:ext cx="2934000" cy="4263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9"/>
          <p:cNvSpPr/>
          <p:nvPr/>
        </p:nvSpPr>
        <p:spPr>
          <a:xfrm>
            <a:off x="342500" y="880625"/>
            <a:ext cx="2934000" cy="4263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9"/>
          <p:cNvSpPr/>
          <p:nvPr/>
        </p:nvSpPr>
        <p:spPr>
          <a:xfrm>
            <a:off x="6210133" y="880625"/>
            <a:ext cx="2934000" cy="426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136" name="Google Shape;136;p9"/>
          <p:cNvSpPr txBox="1"/>
          <p:nvPr>
            <p:ph type="title"/>
          </p:nvPr>
        </p:nvSpPr>
        <p:spPr>
          <a:xfrm>
            <a:off x="519750" y="145550"/>
            <a:ext cx="8442000" cy="657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137" name="Google Shape;137;p9"/>
          <p:cNvSpPr txBox="1"/>
          <p:nvPr>
            <p:ph idx="1" type="subTitle"/>
          </p:nvPr>
        </p:nvSpPr>
        <p:spPr>
          <a:xfrm>
            <a:off x="569100" y="1581350"/>
            <a:ext cx="2426100" cy="26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9"/>
          <p:cNvSpPr txBox="1"/>
          <p:nvPr>
            <p:ph idx="2" type="body"/>
          </p:nvPr>
        </p:nvSpPr>
        <p:spPr>
          <a:xfrm>
            <a:off x="575100" y="2156600"/>
            <a:ext cx="2426100" cy="1887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9" name="Google Shape;139;p9"/>
          <p:cNvSpPr txBox="1"/>
          <p:nvPr>
            <p:ph idx="3" type="title"/>
          </p:nvPr>
        </p:nvSpPr>
        <p:spPr>
          <a:xfrm>
            <a:off x="3454075" y="1603775"/>
            <a:ext cx="2568000" cy="12282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0" name="Google Shape;140;p9"/>
          <p:cNvSpPr txBox="1"/>
          <p:nvPr>
            <p:ph idx="4" type="title"/>
          </p:nvPr>
        </p:nvSpPr>
        <p:spPr>
          <a:xfrm>
            <a:off x="3454075" y="8738550"/>
            <a:ext cx="2568000" cy="12282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1" name="Google Shape;141;p9"/>
          <p:cNvSpPr txBox="1"/>
          <p:nvPr>
            <p:ph idx="5" type="title"/>
          </p:nvPr>
        </p:nvSpPr>
        <p:spPr>
          <a:xfrm>
            <a:off x="6393125" y="1603775"/>
            <a:ext cx="2568000" cy="12282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42" name="Google Shape;142;p9"/>
          <p:cNvSpPr txBox="1"/>
          <p:nvPr>
            <p:ph idx="6" type="subTitle"/>
          </p:nvPr>
        </p:nvSpPr>
        <p:spPr>
          <a:xfrm>
            <a:off x="3509619" y="2529532"/>
            <a:ext cx="2426100" cy="26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9"/>
          <p:cNvSpPr txBox="1"/>
          <p:nvPr>
            <p:ph idx="7" type="subTitle"/>
          </p:nvPr>
        </p:nvSpPr>
        <p:spPr>
          <a:xfrm>
            <a:off x="6457169" y="2529532"/>
            <a:ext cx="2426100" cy="2667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4" name="Google Shape;144;p9"/>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txBox="1"/>
          <p:nvPr>
            <p:ph idx="8"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9pPr>
          </a:lstStyle>
          <a:p/>
        </p:txBody>
      </p:sp>
      <p:sp>
        <p:nvSpPr>
          <p:cNvPr id="146" name="Google Shape;146;p9"/>
          <p:cNvSpPr txBox="1"/>
          <p:nvPr>
            <p:ph idx="9"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2pPr>
            <a:lvl3pPr lvl="2"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3pPr>
            <a:lvl4pPr lvl="3"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4pPr>
            <a:lvl5pPr lvl="4"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5pPr>
            <a:lvl6pPr lvl="5"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6pPr>
            <a:lvl7pPr lvl="6"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7pPr>
            <a:lvl8pPr lvl="7"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8pPr>
            <a:lvl9pPr lvl="8" algn="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9pPr>
          </a:lstStyle>
          <a:p/>
        </p:txBody>
      </p:sp>
      <p:sp>
        <p:nvSpPr>
          <p:cNvPr id="147" name="Google Shape;147;p9"/>
          <p:cNvSpPr txBox="1"/>
          <p:nvPr>
            <p:ph idx="1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2pPr>
            <a:lvl3pPr lvl="2"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3pPr>
            <a:lvl4pPr lvl="3"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4pPr>
            <a:lvl5pPr lvl="4"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5pPr>
            <a:lvl6pPr lvl="5"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6pPr>
            <a:lvl7pPr lvl="6"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7pPr>
            <a:lvl8pPr lvl="7"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8pPr>
            <a:lvl9pPr lvl="8" algn="ctr">
              <a:spcBef>
                <a:spcPts val="0"/>
              </a:spcBef>
              <a:spcAft>
                <a:spcPts val="0"/>
              </a:spcAft>
              <a:buClr>
                <a:schemeClr val="dk1"/>
              </a:buClr>
              <a:buSzPts val="900"/>
              <a:buFont typeface="Work Sans Medium"/>
              <a:buNone/>
              <a:defRPr sz="900">
                <a:solidFill>
                  <a:schemeClr val="dk1"/>
                </a:solidFill>
                <a:latin typeface="Work Sans Medium"/>
                <a:ea typeface="Work Sans Medium"/>
                <a:cs typeface="Work Sans Medium"/>
                <a:sym typeface="Work Sans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
  <p:cSld name="CUSTOM_5">
    <p:spTree>
      <p:nvGrpSpPr>
        <p:cNvPr id="148" name="Shape 148"/>
        <p:cNvGrpSpPr/>
        <p:nvPr/>
      </p:nvGrpSpPr>
      <p:grpSpPr>
        <a:xfrm>
          <a:off x="0" y="0"/>
          <a:ext cx="0" cy="0"/>
          <a:chOff x="0" y="0"/>
          <a:chExt cx="0" cy="0"/>
        </a:xfrm>
      </p:grpSpPr>
      <p:sp>
        <p:nvSpPr>
          <p:cNvPr id="149" name="Google Shape;149;p10"/>
          <p:cNvSpPr txBox="1"/>
          <p:nvPr>
            <p:ph type="title"/>
          </p:nvPr>
        </p:nvSpPr>
        <p:spPr>
          <a:xfrm>
            <a:off x="347550" y="2071050"/>
            <a:ext cx="8652300" cy="1001400"/>
          </a:xfrm>
          <a:prstGeom prst="rect">
            <a:avLst/>
          </a:prstGeom>
        </p:spPr>
        <p:txBody>
          <a:bodyPr anchorCtr="0" anchor="t" bIns="91425" lIns="91425" spcFirstLastPara="1" rIns="91425" wrap="square" tIns="91425">
            <a:noAutofit/>
          </a:bodyPr>
          <a:lstStyle>
            <a:lvl1pPr lvl="0" algn="ctr">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150" name="Google Shape;150;p10"/>
          <p:cNvSpPr txBox="1"/>
          <p:nvPr>
            <p:ph idx="1" type="subTitle"/>
          </p:nvPr>
        </p:nvSpPr>
        <p:spPr>
          <a:xfrm>
            <a:off x="2725800" y="3166225"/>
            <a:ext cx="3692400" cy="757200"/>
          </a:xfrm>
          <a:prstGeom prst="rect">
            <a:avLst/>
          </a:prstGeom>
        </p:spPr>
        <p:txBody>
          <a:bodyPr anchorCtr="0" anchor="t" bIns="91425" lIns="91425" spcFirstLastPara="1" rIns="91425" wrap="square" tIns="91425">
            <a:noAutofit/>
          </a:bodyPr>
          <a:lstStyle>
            <a:lvl1pPr lvl="0" algn="ctr">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p10"/>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0"/>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53" name="Google Shape;153;p10"/>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54" name="Google Shape;154;p10"/>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ee structure">
  <p:cSld name="CUSTOM_4">
    <p:spTree>
      <p:nvGrpSpPr>
        <p:cNvPr id="155" name="Shape 155"/>
        <p:cNvGrpSpPr/>
        <p:nvPr/>
      </p:nvGrpSpPr>
      <p:grpSpPr>
        <a:xfrm>
          <a:off x="0" y="0"/>
          <a:ext cx="0" cy="0"/>
          <a:chOff x="0" y="0"/>
          <a:chExt cx="0" cy="0"/>
        </a:xfrm>
      </p:grpSpPr>
      <p:sp>
        <p:nvSpPr>
          <p:cNvPr id="156" name="Google Shape;156;p11"/>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58" name="Google Shape;158;p11"/>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59" name="Google Shape;159;p11"/>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text 1">
  <p:cSld name="CUSTOM_13">
    <p:spTree>
      <p:nvGrpSpPr>
        <p:cNvPr id="160" name="Shape 160"/>
        <p:cNvGrpSpPr/>
        <p:nvPr/>
      </p:nvGrpSpPr>
      <p:grpSpPr>
        <a:xfrm>
          <a:off x="0" y="0"/>
          <a:ext cx="0" cy="0"/>
          <a:chOff x="0" y="0"/>
          <a:chExt cx="0" cy="0"/>
        </a:xfrm>
      </p:grpSpPr>
      <p:sp>
        <p:nvSpPr>
          <p:cNvPr id="161" name="Google Shape;161;p12"/>
          <p:cNvSpPr/>
          <p:nvPr/>
        </p:nvSpPr>
        <p:spPr>
          <a:xfrm>
            <a:off x="343100" y="0"/>
            <a:ext cx="42960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62" name="Google Shape;162;p12"/>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64" name="Google Shape;164;p12"/>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65" name="Google Shape;165;p12"/>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66" name="Google Shape;166;p12"/>
          <p:cNvSpPr/>
          <p:nvPr>
            <p:ph idx="4" type="pic"/>
          </p:nvPr>
        </p:nvSpPr>
        <p:spPr>
          <a:xfrm>
            <a:off x="4977650" y="386948"/>
            <a:ext cx="3824100" cy="2096100"/>
          </a:xfrm>
          <a:prstGeom prst="trapezoid">
            <a:avLst>
              <a:gd fmla="val 25000" name="adj"/>
            </a:avLst>
          </a:prstGeom>
          <a:noFill/>
          <a:ln>
            <a:noFill/>
          </a:ln>
        </p:spPr>
      </p:sp>
      <p:sp>
        <p:nvSpPr>
          <p:cNvPr id="167" name="Google Shape;167;p12"/>
          <p:cNvSpPr/>
          <p:nvPr>
            <p:ph idx="5" type="pic"/>
          </p:nvPr>
        </p:nvSpPr>
        <p:spPr>
          <a:xfrm>
            <a:off x="784550" y="326525"/>
            <a:ext cx="3413100" cy="2198100"/>
          </a:xfrm>
          <a:prstGeom prst="ellipse">
            <a:avLst/>
          </a:prstGeom>
          <a:noFill/>
          <a:ln>
            <a:noFill/>
          </a:ln>
        </p:spPr>
      </p:sp>
      <p:sp>
        <p:nvSpPr>
          <p:cNvPr id="168" name="Google Shape;168;p12"/>
          <p:cNvSpPr txBox="1"/>
          <p:nvPr>
            <p:ph idx="6" type="subTitle"/>
          </p:nvPr>
        </p:nvSpPr>
        <p:spPr>
          <a:xfrm>
            <a:off x="7845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69" name="Google Shape;169;p12"/>
          <p:cNvSpPr txBox="1"/>
          <p:nvPr>
            <p:ph idx="7" type="subTitle"/>
          </p:nvPr>
        </p:nvSpPr>
        <p:spPr>
          <a:xfrm>
            <a:off x="49776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70" name="Google Shape;170;p12"/>
          <p:cNvSpPr txBox="1"/>
          <p:nvPr>
            <p:ph idx="8" type="body"/>
          </p:nvPr>
        </p:nvSpPr>
        <p:spPr>
          <a:xfrm>
            <a:off x="784425"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71" name="Google Shape;171;p12"/>
          <p:cNvSpPr txBox="1"/>
          <p:nvPr>
            <p:ph idx="9" type="body"/>
          </p:nvPr>
        </p:nvSpPr>
        <p:spPr>
          <a:xfrm>
            <a:off x="4977650"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text 2">
  <p:cSld name="CUSTOM_13_1">
    <p:spTree>
      <p:nvGrpSpPr>
        <p:cNvPr id="172" name="Shape 172"/>
        <p:cNvGrpSpPr/>
        <p:nvPr/>
      </p:nvGrpSpPr>
      <p:grpSpPr>
        <a:xfrm>
          <a:off x="0" y="0"/>
          <a:ext cx="0" cy="0"/>
          <a:chOff x="0" y="0"/>
          <a:chExt cx="0" cy="0"/>
        </a:xfrm>
      </p:grpSpPr>
      <p:sp>
        <p:nvSpPr>
          <p:cNvPr id="173" name="Google Shape;173;p13"/>
          <p:cNvSpPr/>
          <p:nvPr/>
        </p:nvSpPr>
        <p:spPr>
          <a:xfrm>
            <a:off x="343100" y="0"/>
            <a:ext cx="4296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174" name="Google Shape;174;p13"/>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76" name="Google Shape;176;p1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77" name="Google Shape;177;p13"/>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78" name="Google Shape;178;p13"/>
          <p:cNvSpPr/>
          <p:nvPr>
            <p:ph idx="4" type="pic"/>
          </p:nvPr>
        </p:nvSpPr>
        <p:spPr>
          <a:xfrm>
            <a:off x="4977650" y="386948"/>
            <a:ext cx="3824100" cy="2096100"/>
          </a:xfrm>
          <a:prstGeom prst="trapezoid">
            <a:avLst>
              <a:gd fmla="val 25000" name="adj"/>
            </a:avLst>
          </a:prstGeom>
          <a:noFill/>
          <a:ln>
            <a:noFill/>
          </a:ln>
        </p:spPr>
      </p:sp>
      <p:sp>
        <p:nvSpPr>
          <p:cNvPr id="179" name="Google Shape;179;p13"/>
          <p:cNvSpPr/>
          <p:nvPr>
            <p:ph idx="5" type="pic"/>
          </p:nvPr>
        </p:nvSpPr>
        <p:spPr>
          <a:xfrm>
            <a:off x="784550" y="326525"/>
            <a:ext cx="3413100" cy="2198100"/>
          </a:xfrm>
          <a:prstGeom prst="ellipse">
            <a:avLst/>
          </a:prstGeom>
          <a:noFill/>
          <a:ln>
            <a:noFill/>
          </a:ln>
        </p:spPr>
      </p:sp>
      <p:sp>
        <p:nvSpPr>
          <p:cNvPr id="180" name="Google Shape;180;p13"/>
          <p:cNvSpPr txBox="1"/>
          <p:nvPr>
            <p:ph idx="6" type="subTitle"/>
          </p:nvPr>
        </p:nvSpPr>
        <p:spPr>
          <a:xfrm>
            <a:off x="7845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81" name="Google Shape;181;p13"/>
          <p:cNvSpPr txBox="1"/>
          <p:nvPr>
            <p:ph idx="7" type="subTitle"/>
          </p:nvPr>
        </p:nvSpPr>
        <p:spPr>
          <a:xfrm>
            <a:off x="49776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82" name="Google Shape;182;p13"/>
          <p:cNvSpPr txBox="1"/>
          <p:nvPr>
            <p:ph idx="8" type="body"/>
          </p:nvPr>
        </p:nvSpPr>
        <p:spPr>
          <a:xfrm>
            <a:off x="784425"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83" name="Google Shape;183;p13"/>
          <p:cNvSpPr txBox="1"/>
          <p:nvPr>
            <p:ph idx="9" type="body"/>
          </p:nvPr>
        </p:nvSpPr>
        <p:spPr>
          <a:xfrm>
            <a:off x="4977650"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amp; text 3">
  <p:cSld name="CUSTOM_13_1_1">
    <p:spTree>
      <p:nvGrpSpPr>
        <p:cNvPr id="184" name="Shape 184"/>
        <p:cNvGrpSpPr/>
        <p:nvPr/>
      </p:nvGrpSpPr>
      <p:grpSpPr>
        <a:xfrm>
          <a:off x="0" y="0"/>
          <a:ext cx="0" cy="0"/>
          <a:chOff x="0" y="0"/>
          <a:chExt cx="0" cy="0"/>
        </a:xfrm>
      </p:grpSpPr>
      <p:sp>
        <p:nvSpPr>
          <p:cNvPr id="185" name="Google Shape;185;p14"/>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87" name="Google Shape;187;p14"/>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88" name="Google Shape;188;p14"/>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189" name="Google Shape;189;p14"/>
          <p:cNvSpPr/>
          <p:nvPr>
            <p:ph idx="4" type="pic"/>
          </p:nvPr>
        </p:nvSpPr>
        <p:spPr>
          <a:xfrm>
            <a:off x="4977650" y="386948"/>
            <a:ext cx="3824100" cy="2096100"/>
          </a:xfrm>
          <a:prstGeom prst="trapezoid">
            <a:avLst>
              <a:gd fmla="val 25000" name="adj"/>
            </a:avLst>
          </a:prstGeom>
          <a:noFill/>
          <a:ln>
            <a:noFill/>
          </a:ln>
        </p:spPr>
      </p:sp>
      <p:sp>
        <p:nvSpPr>
          <p:cNvPr id="190" name="Google Shape;190;p14"/>
          <p:cNvSpPr/>
          <p:nvPr>
            <p:ph idx="5" type="pic"/>
          </p:nvPr>
        </p:nvSpPr>
        <p:spPr>
          <a:xfrm>
            <a:off x="784550" y="326525"/>
            <a:ext cx="3413100" cy="2198100"/>
          </a:xfrm>
          <a:prstGeom prst="ellipse">
            <a:avLst/>
          </a:prstGeom>
          <a:noFill/>
          <a:ln>
            <a:noFill/>
          </a:ln>
        </p:spPr>
      </p:sp>
      <p:sp>
        <p:nvSpPr>
          <p:cNvPr id="191" name="Google Shape;191;p14"/>
          <p:cNvSpPr txBox="1"/>
          <p:nvPr>
            <p:ph idx="6" type="subTitle"/>
          </p:nvPr>
        </p:nvSpPr>
        <p:spPr>
          <a:xfrm>
            <a:off x="7845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92" name="Google Shape;192;p14"/>
          <p:cNvSpPr txBox="1"/>
          <p:nvPr>
            <p:ph idx="7" type="subTitle"/>
          </p:nvPr>
        </p:nvSpPr>
        <p:spPr>
          <a:xfrm>
            <a:off x="4977650" y="2700975"/>
            <a:ext cx="3135600" cy="546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193" name="Google Shape;193;p14"/>
          <p:cNvSpPr txBox="1"/>
          <p:nvPr>
            <p:ph idx="8" type="body"/>
          </p:nvPr>
        </p:nvSpPr>
        <p:spPr>
          <a:xfrm>
            <a:off x="784425"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94" name="Google Shape;194;p14"/>
          <p:cNvSpPr txBox="1"/>
          <p:nvPr>
            <p:ph idx="9" type="body"/>
          </p:nvPr>
        </p:nvSpPr>
        <p:spPr>
          <a:xfrm>
            <a:off x="4977650" y="3247575"/>
            <a:ext cx="3135600" cy="1710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audience 1">
  <p:cSld name="CUSTOM_2_2_1">
    <p:spTree>
      <p:nvGrpSpPr>
        <p:cNvPr id="195" name="Shape 195"/>
        <p:cNvGrpSpPr/>
        <p:nvPr/>
      </p:nvGrpSpPr>
      <p:grpSpPr>
        <a:xfrm>
          <a:off x="0" y="0"/>
          <a:ext cx="0" cy="0"/>
          <a:chOff x="0" y="0"/>
          <a:chExt cx="0" cy="0"/>
        </a:xfrm>
      </p:grpSpPr>
      <p:sp>
        <p:nvSpPr>
          <p:cNvPr id="196" name="Google Shape;196;p15"/>
          <p:cNvSpPr/>
          <p:nvPr/>
        </p:nvSpPr>
        <p:spPr>
          <a:xfrm>
            <a:off x="3697825" y="277950"/>
            <a:ext cx="5103900" cy="3148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5"/>
          <p:cNvSpPr/>
          <p:nvPr/>
        </p:nvSpPr>
        <p:spPr>
          <a:xfrm>
            <a:off x="644900" y="1702275"/>
            <a:ext cx="5103900" cy="3148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15"/>
          <p:cNvSpPr/>
          <p:nvPr/>
        </p:nvSpPr>
        <p:spPr>
          <a:xfrm>
            <a:off x="3699350" y="1702275"/>
            <a:ext cx="2049300" cy="172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Unbounded"/>
              <a:ea typeface="Unbounded"/>
              <a:cs typeface="Unbounded"/>
              <a:sym typeface="Unbounded"/>
            </a:endParaRPr>
          </a:p>
        </p:txBody>
      </p:sp>
      <p:sp>
        <p:nvSpPr>
          <p:cNvPr id="199" name="Google Shape;199;p15"/>
          <p:cNvSpPr txBox="1"/>
          <p:nvPr>
            <p:ph idx="1" type="subTitle"/>
          </p:nvPr>
        </p:nvSpPr>
        <p:spPr>
          <a:xfrm>
            <a:off x="3711750" y="1720500"/>
            <a:ext cx="2049300" cy="17235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0" name="Google Shape;200;p15"/>
          <p:cNvSpPr txBox="1"/>
          <p:nvPr>
            <p:ph idx="2" type="body"/>
          </p:nvPr>
        </p:nvSpPr>
        <p:spPr>
          <a:xfrm>
            <a:off x="794750" y="2127975"/>
            <a:ext cx="2759700" cy="22968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01" name="Google Shape;201;p15"/>
          <p:cNvSpPr txBox="1"/>
          <p:nvPr>
            <p:ph idx="3" type="body"/>
          </p:nvPr>
        </p:nvSpPr>
        <p:spPr>
          <a:xfrm>
            <a:off x="5893550" y="703650"/>
            <a:ext cx="2759700" cy="22968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02" name="Google Shape;202;p15"/>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5"/>
          <p:cNvSpPr txBox="1"/>
          <p:nvPr>
            <p:ph idx="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04" name="Google Shape;204;p15"/>
          <p:cNvSpPr txBox="1"/>
          <p:nvPr>
            <p:ph idx="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05" name="Google Shape;205;p15"/>
          <p:cNvSpPr txBox="1"/>
          <p:nvPr>
            <p:ph idx="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get audience 2">
  <p:cSld name="CUSTOM_2_2_1_1">
    <p:spTree>
      <p:nvGrpSpPr>
        <p:cNvPr id="206" name="Shape 206"/>
        <p:cNvGrpSpPr/>
        <p:nvPr/>
      </p:nvGrpSpPr>
      <p:grpSpPr>
        <a:xfrm>
          <a:off x="0" y="0"/>
          <a:ext cx="0" cy="0"/>
          <a:chOff x="0" y="0"/>
          <a:chExt cx="0" cy="0"/>
        </a:xfrm>
      </p:grpSpPr>
      <p:sp>
        <p:nvSpPr>
          <p:cNvPr id="207" name="Google Shape;207;p16"/>
          <p:cNvSpPr/>
          <p:nvPr/>
        </p:nvSpPr>
        <p:spPr>
          <a:xfrm>
            <a:off x="3697825" y="277950"/>
            <a:ext cx="5103900" cy="3148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16"/>
          <p:cNvSpPr/>
          <p:nvPr/>
        </p:nvSpPr>
        <p:spPr>
          <a:xfrm>
            <a:off x="644900" y="1702275"/>
            <a:ext cx="5103900" cy="3148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6"/>
          <p:cNvSpPr/>
          <p:nvPr/>
        </p:nvSpPr>
        <p:spPr>
          <a:xfrm>
            <a:off x="3699350" y="1702275"/>
            <a:ext cx="2049300" cy="172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800">
              <a:latin typeface="Unbounded"/>
              <a:ea typeface="Unbounded"/>
              <a:cs typeface="Unbounded"/>
              <a:sym typeface="Unbounded"/>
            </a:endParaRPr>
          </a:p>
        </p:txBody>
      </p:sp>
      <p:sp>
        <p:nvSpPr>
          <p:cNvPr id="210" name="Google Shape;210;p16"/>
          <p:cNvSpPr txBox="1"/>
          <p:nvPr>
            <p:ph idx="1" type="subTitle"/>
          </p:nvPr>
        </p:nvSpPr>
        <p:spPr>
          <a:xfrm>
            <a:off x="3711750" y="1720500"/>
            <a:ext cx="2049300" cy="1723500"/>
          </a:xfrm>
          <a:prstGeom prst="rect">
            <a:avLst/>
          </a:prstGeom>
        </p:spPr>
        <p:txBody>
          <a:bodyPr anchorCtr="0" anchor="ctr" bIns="91425" lIns="91425" spcFirstLastPara="1" rIns="91425" wrap="square" tIns="91425">
            <a:noAutofit/>
          </a:bodyPr>
          <a:lstStyle>
            <a:lvl1pPr lvl="0" algn="ctr">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1" name="Google Shape;211;p16"/>
          <p:cNvSpPr txBox="1"/>
          <p:nvPr>
            <p:ph idx="2" type="body"/>
          </p:nvPr>
        </p:nvSpPr>
        <p:spPr>
          <a:xfrm>
            <a:off x="794750" y="2127975"/>
            <a:ext cx="2759700" cy="22968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12" name="Google Shape;212;p16"/>
          <p:cNvSpPr txBox="1"/>
          <p:nvPr>
            <p:ph idx="3" type="body"/>
          </p:nvPr>
        </p:nvSpPr>
        <p:spPr>
          <a:xfrm>
            <a:off x="5893550" y="703650"/>
            <a:ext cx="2759700" cy="22968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13" name="Google Shape;213;p16"/>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6"/>
          <p:cNvSpPr txBox="1"/>
          <p:nvPr>
            <p:ph idx="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15" name="Google Shape;215;p16"/>
          <p:cNvSpPr txBox="1"/>
          <p:nvPr>
            <p:ph idx="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16" name="Google Shape;216;p16"/>
          <p:cNvSpPr txBox="1"/>
          <p:nvPr>
            <p:ph idx="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groups 1">
  <p:cSld name="CUSTOM_6">
    <p:spTree>
      <p:nvGrpSpPr>
        <p:cNvPr id="217" name="Shape 217"/>
        <p:cNvGrpSpPr/>
        <p:nvPr/>
      </p:nvGrpSpPr>
      <p:grpSpPr>
        <a:xfrm>
          <a:off x="0" y="0"/>
          <a:ext cx="0" cy="0"/>
          <a:chOff x="0" y="0"/>
          <a:chExt cx="0" cy="0"/>
        </a:xfrm>
      </p:grpSpPr>
      <p:sp>
        <p:nvSpPr>
          <p:cNvPr id="218" name="Google Shape;218;p17"/>
          <p:cNvSpPr/>
          <p:nvPr/>
        </p:nvSpPr>
        <p:spPr>
          <a:xfrm>
            <a:off x="346850" y="0"/>
            <a:ext cx="2933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219" name="Google Shape;219;p17"/>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7"/>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21" name="Google Shape;221;p17"/>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22" name="Google Shape;222;p17"/>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23" name="Google Shape;223;p17"/>
          <p:cNvSpPr txBox="1"/>
          <p:nvPr>
            <p:ph idx="4" type="subTitle"/>
          </p:nvPr>
        </p:nvSpPr>
        <p:spPr>
          <a:xfrm>
            <a:off x="549500" y="236750"/>
            <a:ext cx="1673100" cy="573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4" name="Google Shape;224;p17"/>
          <p:cNvSpPr/>
          <p:nvPr/>
        </p:nvSpPr>
        <p:spPr>
          <a:xfrm>
            <a:off x="3280550" y="0"/>
            <a:ext cx="293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225" name="Google Shape;225;p17"/>
          <p:cNvSpPr txBox="1"/>
          <p:nvPr>
            <p:ph idx="5" type="subTitle"/>
          </p:nvPr>
        </p:nvSpPr>
        <p:spPr>
          <a:xfrm>
            <a:off x="3483200" y="236750"/>
            <a:ext cx="1673100" cy="573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17"/>
          <p:cNvSpPr/>
          <p:nvPr/>
        </p:nvSpPr>
        <p:spPr>
          <a:xfrm>
            <a:off x="6214250" y="0"/>
            <a:ext cx="2933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highlight>
                <a:schemeClr val="dk2"/>
              </a:highlight>
            </a:endParaRPr>
          </a:p>
        </p:txBody>
      </p:sp>
      <p:sp>
        <p:nvSpPr>
          <p:cNvPr id="227" name="Google Shape;227;p17"/>
          <p:cNvSpPr txBox="1"/>
          <p:nvPr>
            <p:ph idx="6" type="subTitle"/>
          </p:nvPr>
        </p:nvSpPr>
        <p:spPr>
          <a:xfrm>
            <a:off x="6416900" y="236750"/>
            <a:ext cx="1673100" cy="5739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17"/>
          <p:cNvSpPr/>
          <p:nvPr>
            <p:ph idx="7" type="pic"/>
          </p:nvPr>
        </p:nvSpPr>
        <p:spPr>
          <a:xfrm>
            <a:off x="626397" y="1905927"/>
            <a:ext cx="865800" cy="865800"/>
          </a:xfrm>
          <a:prstGeom prst="teardrop">
            <a:avLst>
              <a:gd fmla="val 100000" name="adj"/>
            </a:avLst>
          </a:prstGeom>
          <a:noFill/>
          <a:ln>
            <a:noFill/>
          </a:ln>
        </p:spPr>
      </p:sp>
      <p:sp>
        <p:nvSpPr>
          <p:cNvPr id="229" name="Google Shape;229;p17"/>
          <p:cNvSpPr/>
          <p:nvPr>
            <p:ph idx="8" type="pic"/>
          </p:nvPr>
        </p:nvSpPr>
        <p:spPr>
          <a:xfrm>
            <a:off x="2041233" y="986175"/>
            <a:ext cx="1054800" cy="1054800"/>
          </a:xfrm>
          <a:prstGeom prst="diamond">
            <a:avLst/>
          </a:prstGeom>
          <a:noFill/>
          <a:ln>
            <a:noFill/>
          </a:ln>
        </p:spPr>
      </p:sp>
      <p:sp>
        <p:nvSpPr>
          <p:cNvPr id="230" name="Google Shape;230;p17"/>
          <p:cNvSpPr/>
          <p:nvPr>
            <p:ph idx="9" type="pic"/>
          </p:nvPr>
        </p:nvSpPr>
        <p:spPr>
          <a:xfrm>
            <a:off x="626397" y="3256649"/>
            <a:ext cx="865800" cy="865800"/>
          </a:xfrm>
          <a:prstGeom prst="octagon">
            <a:avLst>
              <a:gd fmla="val 29289" name="adj"/>
            </a:avLst>
          </a:prstGeom>
          <a:noFill/>
          <a:ln>
            <a:noFill/>
          </a:ln>
        </p:spPr>
      </p:sp>
      <p:sp>
        <p:nvSpPr>
          <p:cNvPr id="231" name="Google Shape;231;p17"/>
          <p:cNvSpPr/>
          <p:nvPr>
            <p:ph idx="13" type="pic"/>
          </p:nvPr>
        </p:nvSpPr>
        <p:spPr>
          <a:xfrm>
            <a:off x="2016263" y="2431449"/>
            <a:ext cx="1104900" cy="865800"/>
          </a:xfrm>
          <a:prstGeom prst="parallelogram">
            <a:avLst>
              <a:gd fmla="val 25000" name="adj"/>
            </a:avLst>
          </a:prstGeom>
          <a:noFill/>
          <a:ln>
            <a:noFill/>
          </a:ln>
        </p:spPr>
      </p:sp>
      <p:sp>
        <p:nvSpPr>
          <p:cNvPr id="232" name="Google Shape;232;p17"/>
          <p:cNvSpPr/>
          <p:nvPr>
            <p:ph idx="14" type="pic"/>
          </p:nvPr>
        </p:nvSpPr>
        <p:spPr>
          <a:xfrm>
            <a:off x="2031976" y="3738145"/>
            <a:ext cx="1054800" cy="865800"/>
          </a:xfrm>
          <a:prstGeom prst="trapezoid">
            <a:avLst>
              <a:gd fmla="val 12350" name="adj"/>
            </a:avLst>
          </a:prstGeom>
          <a:noFill/>
          <a:ln>
            <a:noFill/>
          </a:ln>
        </p:spPr>
      </p:sp>
      <p:sp>
        <p:nvSpPr>
          <p:cNvPr id="233" name="Google Shape;233;p17"/>
          <p:cNvSpPr txBox="1"/>
          <p:nvPr>
            <p:ph idx="15" type="subTitle"/>
          </p:nvPr>
        </p:nvSpPr>
        <p:spPr>
          <a:xfrm>
            <a:off x="506875" y="2812604"/>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4" name="Google Shape;234;p17"/>
          <p:cNvSpPr txBox="1"/>
          <p:nvPr>
            <p:ph idx="16" type="subTitle"/>
          </p:nvPr>
        </p:nvSpPr>
        <p:spPr>
          <a:xfrm>
            <a:off x="2016261" y="1987404"/>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5" name="Google Shape;235;p17"/>
          <p:cNvSpPr txBox="1"/>
          <p:nvPr>
            <p:ph idx="17" type="subTitle"/>
          </p:nvPr>
        </p:nvSpPr>
        <p:spPr>
          <a:xfrm>
            <a:off x="506875" y="414961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6" name="Google Shape;236;p17"/>
          <p:cNvSpPr txBox="1"/>
          <p:nvPr>
            <p:ph idx="18" type="subTitle"/>
          </p:nvPr>
        </p:nvSpPr>
        <p:spPr>
          <a:xfrm>
            <a:off x="2016261" y="332441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7" name="Google Shape;237;p17"/>
          <p:cNvSpPr txBox="1"/>
          <p:nvPr>
            <p:ph idx="19" type="subTitle"/>
          </p:nvPr>
        </p:nvSpPr>
        <p:spPr>
          <a:xfrm>
            <a:off x="2016261" y="462726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38" name="Google Shape;238;p17"/>
          <p:cNvSpPr/>
          <p:nvPr>
            <p:ph idx="20" type="pic"/>
          </p:nvPr>
        </p:nvSpPr>
        <p:spPr>
          <a:xfrm>
            <a:off x="3559772" y="1911802"/>
            <a:ext cx="865800" cy="865800"/>
          </a:xfrm>
          <a:prstGeom prst="teardrop">
            <a:avLst>
              <a:gd fmla="val 100000" name="adj"/>
            </a:avLst>
          </a:prstGeom>
          <a:noFill/>
          <a:ln>
            <a:noFill/>
          </a:ln>
        </p:spPr>
      </p:sp>
      <p:sp>
        <p:nvSpPr>
          <p:cNvPr id="239" name="Google Shape;239;p17"/>
          <p:cNvSpPr/>
          <p:nvPr>
            <p:ph idx="21" type="pic"/>
          </p:nvPr>
        </p:nvSpPr>
        <p:spPr>
          <a:xfrm>
            <a:off x="4974608" y="992050"/>
            <a:ext cx="1054800" cy="1054800"/>
          </a:xfrm>
          <a:prstGeom prst="diamond">
            <a:avLst/>
          </a:prstGeom>
          <a:noFill/>
          <a:ln>
            <a:noFill/>
          </a:ln>
        </p:spPr>
      </p:sp>
      <p:sp>
        <p:nvSpPr>
          <p:cNvPr id="240" name="Google Shape;240;p17"/>
          <p:cNvSpPr/>
          <p:nvPr>
            <p:ph idx="22" type="pic"/>
          </p:nvPr>
        </p:nvSpPr>
        <p:spPr>
          <a:xfrm>
            <a:off x="3559772" y="3262524"/>
            <a:ext cx="865800" cy="865800"/>
          </a:xfrm>
          <a:prstGeom prst="octagon">
            <a:avLst>
              <a:gd fmla="val 29289" name="adj"/>
            </a:avLst>
          </a:prstGeom>
          <a:noFill/>
          <a:ln>
            <a:noFill/>
          </a:ln>
        </p:spPr>
      </p:sp>
      <p:sp>
        <p:nvSpPr>
          <p:cNvPr id="241" name="Google Shape;241;p17"/>
          <p:cNvSpPr/>
          <p:nvPr>
            <p:ph idx="23" type="pic"/>
          </p:nvPr>
        </p:nvSpPr>
        <p:spPr>
          <a:xfrm>
            <a:off x="4949638" y="2437324"/>
            <a:ext cx="1104900" cy="865800"/>
          </a:xfrm>
          <a:prstGeom prst="parallelogram">
            <a:avLst>
              <a:gd fmla="val 25000" name="adj"/>
            </a:avLst>
          </a:prstGeom>
          <a:noFill/>
          <a:ln>
            <a:noFill/>
          </a:ln>
        </p:spPr>
      </p:sp>
      <p:sp>
        <p:nvSpPr>
          <p:cNvPr id="242" name="Google Shape;242;p17"/>
          <p:cNvSpPr/>
          <p:nvPr>
            <p:ph idx="24" type="pic"/>
          </p:nvPr>
        </p:nvSpPr>
        <p:spPr>
          <a:xfrm>
            <a:off x="4965351" y="3744020"/>
            <a:ext cx="1054800" cy="865800"/>
          </a:xfrm>
          <a:prstGeom prst="trapezoid">
            <a:avLst>
              <a:gd fmla="val 12350" name="adj"/>
            </a:avLst>
          </a:prstGeom>
          <a:noFill/>
          <a:ln>
            <a:noFill/>
          </a:ln>
        </p:spPr>
      </p:sp>
      <p:sp>
        <p:nvSpPr>
          <p:cNvPr id="243" name="Google Shape;243;p17"/>
          <p:cNvSpPr txBox="1"/>
          <p:nvPr>
            <p:ph idx="25" type="subTitle"/>
          </p:nvPr>
        </p:nvSpPr>
        <p:spPr>
          <a:xfrm>
            <a:off x="3440250" y="281847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4" name="Google Shape;244;p17"/>
          <p:cNvSpPr txBox="1"/>
          <p:nvPr>
            <p:ph idx="26" type="subTitle"/>
          </p:nvPr>
        </p:nvSpPr>
        <p:spPr>
          <a:xfrm>
            <a:off x="4949636" y="1993279"/>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5" name="Google Shape;245;p17"/>
          <p:cNvSpPr txBox="1"/>
          <p:nvPr>
            <p:ph idx="27" type="subTitle"/>
          </p:nvPr>
        </p:nvSpPr>
        <p:spPr>
          <a:xfrm>
            <a:off x="3440250" y="41554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6" name="Google Shape;246;p17"/>
          <p:cNvSpPr txBox="1"/>
          <p:nvPr>
            <p:ph idx="28" type="subTitle"/>
          </p:nvPr>
        </p:nvSpPr>
        <p:spPr>
          <a:xfrm>
            <a:off x="4949636" y="333028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7" name="Google Shape;247;p17"/>
          <p:cNvSpPr txBox="1"/>
          <p:nvPr>
            <p:ph idx="29" type="subTitle"/>
          </p:nvPr>
        </p:nvSpPr>
        <p:spPr>
          <a:xfrm>
            <a:off x="4949636" y="4633138"/>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48" name="Google Shape;248;p17"/>
          <p:cNvSpPr/>
          <p:nvPr>
            <p:ph idx="30" type="pic"/>
          </p:nvPr>
        </p:nvSpPr>
        <p:spPr>
          <a:xfrm>
            <a:off x="6493147" y="1905927"/>
            <a:ext cx="865800" cy="865800"/>
          </a:xfrm>
          <a:prstGeom prst="teardrop">
            <a:avLst>
              <a:gd fmla="val 100000" name="adj"/>
            </a:avLst>
          </a:prstGeom>
          <a:noFill/>
          <a:ln>
            <a:noFill/>
          </a:ln>
        </p:spPr>
      </p:sp>
      <p:sp>
        <p:nvSpPr>
          <p:cNvPr id="249" name="Google Shape;249;p17"/>
          <p:cNvSpPr/>
          <p:nvPr>
            <p:ph idx="31" type="pic"/>
          </p:nvPr>
        </p:nvSpPr>
        <p:spPr>
          <a:xfrm>
            <a:off x="7907983" y="986175"/>
            <a:ext cx="1054800" cy="1054800"/>
          </a:xfrm>
          <a:prstGeom prst="diamond">
            <a:avLst/>
          </a:prstGeom>
          <a:noFill/>
          <a:ln>
            <a:noFill/>
          </a:ln>
        </p:spPr>
      </p:sp>
      <p:sp>
        <p:nvSpPr>
          <p:cNvPr id="250" name="Google Shape;250;p17"/>
          <p:cNvSpPr/>
          <p:nvPr>
            <p:ph idx="32" type="pic"/>
          </p:nvPr>
        </p:nvSpPr>
        <p:spPr>
          <a:xfrm>
            <a:off x="6493147" y="3256649"/>
            <a:ext cx="865800" cy="865800"/>
          </a:xfrm>
          <a:prstGeom prst="octagon">
            <a:avLst>
              <a:gd fmla="val 29289" name="adj"/>
            </a:avLst>
          </a:prstGeom>
          <a:noFill/>
          <a:ln>
            <a:noFill/>
          </a:ln>
        </p:spPr>
      </p:sp>
      <p:sp>
        <p:nvSpPr>
          <p:cNvPr id="251" name="Google Shape;251;p17"/>
          <p:cNvSpPr/>
          <p:nvPr>
            <p:ph idx="33" type="pic"/>
          </p:nvPr>
        </p:nvSpPr>
        <p:spPr>
          <a:xfrm>
            <a:off x="7883013" y="2431449"/>
            <a:ext cx="1104900" cy="865800"/>
          </a:xfrm>
          <a:prstGeom prst="parallelogram">
            <a:avLst>
              <a:gd fmla="val 25000" name="adj"/>
            </a:avLst>
          </a:prstGeom>
          <a:noFill/>
          <a:ln>
            <a:noFill/>
          </a:ln>
        </p:spPr>
      </p:sp>
      <p:sp>
        <p:nvSpPr>
          <p:cNvPr id="252" name="Google Shape;252;p17"/>
          <p:cNvSpPr/>
          <p:nvPr>
            <p:ph idx="34" type="pic"/>
          </p:nvPr>
        </p:nvSpPr>
        <p:spPr>
          <a:xfrm>
            <a:off x="7898726" y="3738145"/>
            <a:ext cx="1054800" cy="865800"/>
          </a:xfrm>
          <a:prstGeom prst="trapezoid">
            <a:avLst>
              <a:gd fmla="val 12350" name="adj"/>
            </a:avLst>
          </a:prstGeom>
          <a:noFill/>
          <a:ln>
            <a:noFill/>
          </a:ln>
        </p:spPr>
      </p:sp>
      <p:sp>
        <p:nvSpPr>
          <p:cNvPr id="253" name="Google Shape;253;p17"/>
          <p:cNvSpPr txBox="1"/>
          <p:nvPr>
            <p:ph idx="35" type="subTitle"/>
          </p:nvPr>
        </p:nvSpPr>
        <p:spPr>
          <a:xfrm>
            <a:off x="6373625" y="2812604"/>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54" name="Google Shape;254;p17"/>
          <p:cNvSpPr txBox="1"/>
          <p:nvPr>
            <p:ph idx="36" type="subTitle"/>
          </p:nvPr>
        </p:nvSpPr>
        <p:spPr>
          <a:xfrm>
            <a:off x="7883011" y="1987404"/>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55" name="Google Shape;255;p17"/>
          <p:cNvSpPr txBox="1"/>
          <p:nvPr>
            <p:ph idx="37" type="subTitle"/>
          </p:nvPr>
        </p:nvSpPr>
        <p:spPr>
          <a:xfrm>
            <a:off x="6373625" y="414961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56" name="Google Shape;256;p17"/>
          <p:cNvSpPr txBox="1"/>
          <p:nvPr>
            <p:ph idx="38" type="subTitle"/>
          </p:nvPr>
        </p:nvSpPr>
        <p:spPr>
          <a:xfrm>
            <a:off x="7883011" y="332441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
        <p:nvSpPr>
          <p:cNvPr id="257" name="Google Shape;257;p17"/>
          <p:cNvSpPr txBox="1"/>
          <p:nvPr>
            <p:ph idx="39" type="subTitle"/>
          </p:nvPr>
        </p:nvSpPr>
        <p:spPr>
          <a:xfrm>
            <a:off x="7883011" y="4627263"/>
            <a:ext cx="1104900" cy="358200"/>
          </a:xfrm>
          <a:prstGeom prst="rect">
            <a:avLst/>
          </a:prstGeom>
        </p:spPr>
        <p:txBody>
          <a:bodyPr anchorCtr="0" anchor="t"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2pPr>
            <a:lvl3pPr lvl="2">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3pPr>
            <a:lvl4pPr lvl="3">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4pPr>
            <a:lvl5pPr lvl="4">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5pPr>
            <a:lvl6pPr lvl="5">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6pPr>
            <a:lvl7pPr lvl="6">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7pPr>
            <a:lvl8pPr lvl="7">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8pPr>
            <a:lvl9pPr lvl="8">
              <a:spcBef>
                <a:spcPts val="0"/>
              </a:spcBef>
              <a:spcAft>
                <a:spcPts val="0"/>
              </a:spcAft>
              <a:buClr>
                <a:schemeClr val="dk1"/>
              </a:buClr>
              <a:buSzPts val="1400"/>
              <a:buFont typeface="Work Sans Medium"/>
              <a:buNone/>
              <a:defRPr>
                <a:solidFill>
                  <a:schemeClr val="dk1"/>
                </a:solidFill>
                <a:latin typeface="Work Sans Medium"/>
                <a:ea typeface="Work Sans Medium"/>
                <a:cs typeface="Work Sans Medium"/>
                <a:sym typeface="Work Sans Medium"/>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out groups 2">
  <p:cSld name="CUSTOM_2_1_1_1_1_1_1_1_1">
    <p:spTree>
      <p:nvGrpSpPr>
        <p:cNvPr id="258" name="Shape 258"/>
        <p:cNvGrpSpPr/>
        <p:nvPr/>
      </p:nvGrpSpPr>
      <p:grpSpPr>
        <a:xfrm>
          <a:off x="0" y="0"/>
          <a:ext cx="0" cy="0"/>
          <a:chOff x="0" y="0"/>
          <a:chExt cx="0" cy="0"/>
        </a:xfrm>
      </p:grpSpPr>
      <p:sp>
        <p:nvSpPr>
          <p:cNvPr id="259" name="Google Shape;259;p18"/>
          <p:cNvSpPr/>
          <p:nvPr/>
        </p:nvSpPr>
        <p:spPr>
          <a:xfrm>
            <a:off x="0" y="2571750"/>
            <a:ext cx="4572000" cy="2580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260" name="Google Shape;260;p18"/>
          <p:cNvSpPr/>
          <p:nvPr/>
        </p:nvSpPr>
        <p:spPr>
          <a:xfrm>
            <a:off x="4572000" y="0"/>
            <a:ext cx="4572000" cy="2580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261" name="Google Shape;261;p18"/>
          <p:cNvSpPr txBox="1"/>
          <p:nvPr>
            <p:ph idx="1" type="subTitle"/>
          </p:nvPr>
        </p:nvSpPr>
        <p:spPr>
          <a:xfrm>
            <a:off x="5391900" y="1038750"/>
            <a:ext cx="2932200" cy="5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1400"/>
              <a:buFont typeface="Work Sans Medium"/>
              <a:buNone/>
              <a:defRPr>
                <a:latin typeface="Work Sans Medium"/>
                <a:ea typeface="Work Sans Medium"/>
                <a:cs typeface="Work Sans Medium"/>
                <a:sym typeface="Work Sans Medium"/>
              </a:defRPr>
            </a:lvl2pPr>
            <a:lvl3pPr lvl="2">
              <a:spcBef>
                <a:spcPts val="0"/>
              </a:spcBef>
              <a:spcAft>
                <a:spcPts val="0"/>
              </a:spcAft>
              <a:buSzPts val="1400"/>
              <a:buFont typeface="Work Sans Medium"/>
              <a:buNone/>
              <a:defRPr>
                <a:latin typeface="Work Sans Medium"/>
                <a:ea typeface="Work Sans Medium"/>
                <a:cs typeface="Work Sans Medium"/>
                <a:sym typeface="Work Sans Medium"/>
              </a:defRPr>
            </a:lvl3pPr>
            <a:lvl4pPr lvl="3">
              <a:spcBef>
                <a:spcPts val="0"/>
              </a:spcBef>
              <a:spcAft>
                <a:spcPts val="0"/>
              </a:spcAft>
              <a:buSzPts val="1400"/>
              <a:buFont typeface="Work Sans Medium"/>
              <a:buNone/>
              <a:defRPr>
                <a:latin typeface="Work Sans Medium"/>
                <a:ea typeface="Work Sans Medium"/>
                <a:cs typeface="Work Sans Medium"/>
                <a:sym typeface="Work Sans Medium"/>
              </a:defRPr>
            </a:lvl4pPr>
            <a:lvl5pPr lvl="4">
              <a:spcBef>
                <a:spcPts val="0"/>
              </a:spcBef>
              <a:spcAft>
                <a:spcPts val="0"/>
              </a:spcAft>
              <a:buSzPts val="1400"/>
              <a:buFont typeface="Work Sans Medium"/>
              <a:buNone/>
              <a:defRPr>
                <a:latin typeface="Work Sans Medium"/>
                <a:ea typeface="Work Sans Medium"/>
                <a:cs typeface="Work Sans Medium"/>
                <a:sym typeface="Work Sans Medium"/>
              </a:defRPr>
            </a:lvl5pPr>
            <a:lvl6pPr lvl="5">
              <a:spcBef>
                <a:spcPts val="0"/>
              </a:spcBef>
              <a:spcAft>
                <a:spcPts val="0"/>
              </a:spcAft>
              <a:buSzPts val="1400"/>
              <a:buFont typeface="Work Sans Medium"/>
              <a:buNone/>
              <a:defRPr>
                <a:latin typeface="Work Sans Medium"/>
                <a:ea typeface="Work Sans Medium"/>
                <a:cs typeface="Work Sans Medium"/>
                <a:sym typeface="Work Sans Medium"/>
              </a:defRPr>
            </a:lvl6pPr>
            <a:lvl7pPr lvl="6">
              <a:spcBef>
                <a:spcPts val="0"/>
              </a:spcBef>
              <a:spcAft>
                <a:spcPts val="0"/>
              </a:spcAft>
              <a:buSzPts val="1400"/>
              <a:buFont typeface="Work Sans Medium"/>
              <a:buNone/>
              <a:defRPr>
                <a:latin typeface="Work Sans Medium"/>
                <a:ea typeface="Work Sans Medium"/>
                <a:cs typeface="Work Sans Medium"/>
                <a:sym typeface="Work Sans Medium"/>
              </a:defRPr>
            </a:lvl7pPr>
            <a:lvl8pPr lvl="7">
              <a:spcBef>
                <a:spcPts val="0"/>
              </a:spcBef>
              <a:spcAft>
                <a:spcPts val="0"/>
              </a:spcAft>
              <a:buSzPts val="1400"/>
              <a:buFont typeface="Work Sans Medium"/>
              <a:buNone/>
              <a:defRPr>
                <a:latin typeface="Work Sans Medium"/>
                <a:ea typeface="Work Sans Medium"/>
                <a:cs typeface="Work Sans Medium"/>
                <a:sym typeface="Work Sans Medium"/>
              </a:defRPr>
            </a:lvl8pPr>
            <a:lvl9pPr lvl="8">
              <a:spcBef>
                <a:spcPts val="0"/>
              </a:spcBef>
              <a:spcAft>
                <a:spcPts val="0"/>
              </a:spcAft>
              <a:buSzPts val="1400"/>
              <a:buFont typeface="Work Sans Medium"/>
              <a:buNone/>
              <a:defRPr>
                <a:latin typeface="Work Sans Medium"/>
                <a:ea typeface="Work Sans Medium"/>
                <a:cs typeface="Work Sans Medium"/>
                <a:sym typeface="Work Sans Medium"/>
              </a:defRPr>
            </a:lvl9pPr>
          </a:lstStyle>
          <a:p/>
        </p:txBody>
      </p:sp>
      <p:sp>
        <p:nvSpPr>
          <p:cNvPr id="262" name="Google Shape;262;p18"/>
          <p:cNvSpPr txBox="1"/>
          <p:nvPr>
            <p:ph idx="2" type="subTitle"/>
          </p:nvPr>
        </p:nvSpPr>
        <p:spPr>
          <a:xfrm>
            <a:off x="1025000" y="3597525"/>
            <a:ext cx="2932200" cy="5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1400"/>
              <a:buFont typeface="Work Sans Medium"/>
              <a:buNone/>
              <a:defRPr>
                <a:latin typeface="Work Sans Medium"/>
                <a:ea typeface="Work Sans Medium"/>
                <a:cs typeface="Work Sans Medium"/>
                <a:sym typeface="Work Sans Medium"/>
              </a:defRPr>
            </a:lvl2pPr>
            <a:lvl3pPr lvl="2">
              <a:spcBef>
                <a:spcPts val="0"/>
              </a:spcBef>
              <a:spcAft>
                <a:spcPts val="0"/>
              </a:spcAft>
              <a:buSzPts val="1400"/>
              <a:buFont typeface="Work Sans Medium"/>
              <a:buNone/>
              <a:defRPr>
                <a:latin typeface="Work Sans Medium"/>
                <a:ea typeface="Work Sans Medium"/>
                <a:cs typeface="Work Sans Medium"/>
                <a:sym typeface="Work Sans Medium"/>
              </a:defRPr>
            </a:lvl3pPr>
            <a:lvl4pPr lvl="3">
              <a:spcBef>
                <a:spcPts val="0"/>
              </a:spcBef>
              <a:spcAft>
                <a:spcPts val="0"/>
              </a:spcAft>
              <a:buSzPts val="1400"/>
              <a:buFont typeface="Work Sans Medium"/>
              <a:buNone/>
              <a:defRPr>
                <a:latin typeface="Work Sans Medium"/>
                <a:ea typeface="Work Sans Medium"/>
                <a:cs typeface="Work Sans Medium"/>
                <a:sym typeface="Work Sans Medium"/>
              </a:defRPr>
            </a:lvl4pPr>
            <a:lvl5pPr lvl="4">
              <a:spcBef>
                <a:spcPts val="0"/>
              </a:spcBef>
              <a:spcAft>
                <a:spcPts val="0"/>
              </a:spcAft>
              <a:buSzPts val="1400"/>
              <a:buFont typeface="Work Sans Medium"/>
              <a:buNone/>
              <a:defRPr>
                <a:latin typeface="Work Sans Medium"/>
                <a:ea typeface="Work Sans Medium"/>
                <a:cs typeface="Work Sans Medium"/>
                <a:sym typeface="Work Sans Medium"/>
              </a:defRPr>
            </a:lvl5pPr>
            <a:lvl6pPr lvl="5">
              <a:spcBef>
                <a:spcPts val="0"/>
              </a:spcBef>
              <a:spcAft>
                <a:spcPts val="0"/>
              </a:spcAft>
              <a:buSzPts val="1400"/>
              <a:buFont typeface="Work Sans Medium"/>
              <a:buNone/>
              <a:defRPr>
                <a:latin typeface="Work Sans Medium"/>
                <a:ea typeface="Work Sans Medium"/>
                <a:cs typeface="Work Sans Medium"/>
                <a:sym typeface="Work Sans Medium"/>
              </a:defRPr>
            </a:lvl6pPr>
            <a:lvl7pPr lvl="6">
              <a:spcBef>
                <a:spcPts val="0"/>
              </a:spcBef>
              <a:spcAft>
                <a:spcPts val="0"/>
              </a:spcAft>
              <a:buSzPts val="1400"/>
              <a:buFont typeface="Work Sans Medium"/>
              <a:buNone/>
              <a:defRPr>
                <a:latin typeface="Work Sans Medium"/>
                <a:ea typeface="Work Sans Medium"/>
                <a:cs typeface="Work Sans Medium"/>
                <a:sym typeface="Work Sans Medium"/>
              </a:defRPr>
            </a:lvl7pPr>
            <a:lvl8pPr lvl="7">
              <a:spcBef>
                <a:spcPts val="0"/>
              </a:spcBef>
              <a:spcAft>
                <a:spcPts val="0"/>
              </a:spcAft>
              <a:buSzPts val="1400"/>
              <a:buFont typeface="Work Sans Medium"/>
              <a:buNone/>
              <a:defRPr>
                <a:latin typeface="Work Sans Medium"/>
                <a:ea typeface="Work Sans Medium"/>
                <a:cs typeface="Work Sans Medium"/>
                <a:sym typeface="Work Sans Medium"/>
              </a:defRPr>
            </a:lvl8pPr>
            <a:lvl9pPr lvl="8">
              <a:spcBef>
                <a:spcPts val="0"/>
              </a:spcBef>
              <a:spcAft>
                <a:spcPts val="0"/>
              </a:spcAft>
              <a:buSzPts val="1400"/>
              <a:buFont typeface="Work Sans Medium"/>
              <a:buNone/>
              <a:defRPr>
                <a:latin typeface="Work Sans Medium"/>
                <a:ea typeface="Work Sans Medium"/>
                <a:cs typeface="Work Sans Medium"/>
                <a:sym typeface="Work Sans Medium"/>
              </a:defRPr>
            </a:lvl9pPr>
          </a:lstStyle>
          <a:p/>
        </p:txBody>
      </p:sp>
      <p:sp>
        <p:nvSpPr>
          <p:cNvPr id="263" name="Google Shape;263;p18"/>
          <p:cNvSpPr txBox="1"/>
          <p:nvPr>
            <p:ph idx="3" type="subTitle"/>
          </p:nvPr>
        </p:nvSpPr>
        <p:spPr>
          <a:xfrm>
            <a:off x="1025000" y="1038750"/>
            <a:ext cx="2932200" cy="5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1400"/>
              <a:buFont typeface="Work Sans Medium"/>
              <a:buNone/>
              <a:defRPr>
                <a:latin typeface="Work Sans Medium"/>
                <a:ea typeface="Work Sans Medium"/>
                <a:cs typeface="Work Sans Medium"/>
                <a:sym typeface="Work Sans Medium"/>
              </a:defRPr>
            </a:lvl2pPr>
            <a:lvl3pPr lvl="2">
              <a:spcBef>
                <a:spcPts val="0"/>
              </a:spcBef>
              <a:spcAft>
                <a:spcPts val="0"/>
              </a:spcAft>
              <a:buSzPts val="1400"/>
              <a:buFont typeface="Work Sans Medium"/>
              <a:buNone/>
              <a:defRPr>
                <a:latin typeface="Work Sans Medium"/>
                <a:ea typeface="Work Sans Medium"/>
                <a:cs typeface="Work Sans Medium"/>
                <a:sym typeface="Work Sans Medium"/>
              </a:defRPr>
            </a:lvl3pPr>
            <a:lvl4pPr lvl="3">
              <a:spcBef>
                <a:spcPts val="0"/>
              </a:spcBef>
              <a:spcAft>
                <a:spcPts val="0"/>
              </a:spcAft>
              <a:buSzPts val="1400"/>
              <a:buFont typeface="Work Sans Medium"/>
              <a:buNone/>
              <a:defRPr>
                <a:latin typeface="Work Sans Medium"/>
                <a:ea typeface="Work Sans Medium"/>
                <a:cs typeface="Work Sans Medium"/>
                <a:sym typeface="Work Sans Medium"/>
              </a:defRPr>
            </a:lvl4pPr>
            <a:lvl5pPr lvl="4">
              <a:spcBef>
                <a:spcPts val="0"/>
              </a:spcBef>
              <a:spcAft>
                <a:spcPts val="0"/>
              </a:spcAft>
              <a:buSzPts val="1400"/>
              <a:buFont typeface="Work Sans Medium"/>
              <a:buNone/>
              <a:defRPr>
                <a:latin typeface="Work Sans Medium"/>
                <a:ea typeface="Work Sans Medium"/>
                <a:cs typeface="Work Sans Medium"/>
                <a:sym typeface="Work Sans Medium"/>
              </a:defRPr>
            </a:lvl5pPr>
            <a:lvl6pPr lvl="5">
              <a:spcBef>
                <a:spcPts val="0"/>
              </a:spcBef>
              <a:spcAft>
                <a:spcPts val="0"/>
              </a:spcAft>
              <a:buSzPts val="1400"/>
              <a:buFont typeface="Work Sans Medium"/>
              <a:buNone/>
              <a:defRPr>
                <a:latin typeface="Work Sans Medium"/>
                <a:ea typeface="Work Sans Medium"/>
                <a:cs typeface="Work Sans Medium"/>
                <a:sym typeface="Work Sans Medium"/>
              </a:defRPr>
            </a:lvl6pPr>
            <a:lvl7pPr lvl="6">
              <a:spcBef>
                <a:spcPts val="0"/>
              </a:spcBef>
              <a:spcAft>
                <a:spcPts val="0"/>
              </a:spcAft>
              <a:buSzPts val="1400"/>
              <a:buFont typeface="Work Sans Medium"/>
              <a:buNone/>
              <a:defRPr>
                <a:latin typeface="Work Sans Medium"/>
                <a:ea typeface="Work Sans Medium"/>
                <a:cs typeface="Work Sans Medium"/>
                <a:sym typeface="Work Sans Medium"/>
              </a:defRPr>
            </a:lvl7pPr>
            <a:lvl8pPr lvl="7">
              <a:spcBef>
                <a:spcPts val="0"/>
              </a:spcBef>
              <a:spcAft>
                <a:spcPts val="0"/>
              </a:spcAft>
              <a:buSzPts val="1400"/>
              <a:buFont typeface="Work Sans Medium"/>
              <a:buNone/>
              <a:defRPr>
                <a:latin typeface="Work Sans Medium"/>
                <a:ea typeface="Work Sans Medium"/>
                <a:cs typeface="Work Sans Medium"/>
                <a:sym typeface="Work Sans Medium"/>
              </a:defRPr>
            </a:lvl8pPr>
            <a:lvl9pPr lvl="8">
              <a:spcBef>
                <a:spcPts val="0"/>
              </a:spcBef>
              <a:spcAft>
                <a:spcPts val="0"/>
              </a:spcAft>
              <a:buSzPts val="1400"/>
              <a:buFont typeface="Work Sans Medium"/>
              <a:buNone/>
              <a:defRPr>
                <a:latin typeface="Work Sans Medium"/>
                <a:ea typeface="Work Sans Medium"/>
                <a:cs typeface="Work Sans Medium"/>
                <a:sym typeface="Work Sans Medium"/>
              </a:defRPr>
            </a:lvl9pPr>
          </a:lstStyle>
          <a:p/>
        </p:txBody>
      </p:sp>
      <p:sp>
        <p:nvSpPr>
          <p:cNvPr id="264" name="Google Shape;264;p18"/>
          <p:cNvSpPr txBox="1"/>
          <p:nvPr>
            <p:ph idx="4" type="subTitle"/>
          </p:nvPr>
        </p:nvSpPr>
        <p:spPr>
          <a:xfrm>
            <a:off x="5391900" y="3610500"/>
            <a:ext cx="2932200" cy="5031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1400"/>
              <a:buFont typeface="Work Sans Medium"/>
              <a:buNone/>
              <a:defRPr>
                <a:latin typeface="Work Sans Medium"/>
                <a:ea typeface="Work Sans Medium"/>
                <a:cs typeface="Work Sans Medium"/>
                <a:sym typeface="Work Sans Medium"/>
              </a:defRPr>
            </a:lvl2pPr>
            <a:lvl3pPr lvl="2">
              <a:spcBef>
                <a:spcPts val="0"/>
              </a:spcBef>
              <a:spcAft>
                <a:spcPts val="0"/>
              </a:spcAft>
              <a:buSzPts val="1400"/>
              <a:buFont typeface="Work Sans Medium"/>
              <a:buNone/>
              <a:defRPr>
                <a:latin typeface="Work Sans Medium"/>
                <a:ea typeface="Work Sans Medium"/>
                <a:cs typeface="Work Sans Medium"/>
                <a:sym typeface="Work Sans Medium"/>
              </a:defRPr>
            </a:lvl3pPr>
            <a:lvl4pPr lvl="3">
              <a:spcBef>
                <a:spcPts val="0"/>
              </a:spcBef>
              <a:spcAft>
                <a:spcPts val="0"/>
              </a:spcAft>
              <a:buSzPts val="1400"/>
              <a:buFont typeface="Work Sans Medium"/>
              <a:buNone/>
              <a:defRPr>
                <a:latin typeface="Work Sans Medium"/>
                <a:ea typeface="Work Sans Medium"/>
                <a:cs typeface="Work Sans Medium"/>
                <a:sym typeface="Work Sans Medium"/>
              </a:defRPr>
            </a:lvl4pPr>
            <a:lvl5pPr lvl="4">
              <a:spcBef>
                <a:spcPts val="0"/>
              </a:spcBef>
              <a:spcAft>
                <a:spcPts val="0"/>
              </a:spcAft>
              <a:buSzPts val="1400"/>
              <a:buFont typeface="Work Sans Medium"/>
              <a:buNone/>
              <a:defRPr>
                <a:latin typeface="Work Sans Medium"/>
                <a:ea typeface="Work Sans Medium"/>
                <a:cs typeface="Work Sans Medium"/>
                <a:sym typeface="Work Sans Medium"/>
              </a:defRPr>
            </a:lvl5pPr>
            <a:lvl6pPr lvl="5">
              <a:spcBef>
                <a:spcPts val="0"/>
              </a:spcBef>
              <a:spcAft>
                <a:spcPts val="0"/>
              </a:spcAft>
              <a:buSzPts val="1400"/>
              <a:buFont typeface="Work Sans Medium"/>
              <a:buNone/>
              <a:defRPr>
                <a:latin typeface="Work Sans Medium"/>
                <a:ea typeface="Work Sans Medium"/>
                <a:cs typeface="Work Sans Medium"/>
                <a:sym typeface="Work Sans Medium"/>
              </a:defRPr>
            </a:lvl6pPr>
            <a:lvl7pPr lvl="6">
              <a:spcBef>
                <a:spcPts val="0"/>
              </a:spcBef>
              <a:spcAft>
                <a:spcPts val="0"/>
              </a:spcAft>
              <a:buSzPts val="1400"/>
              <a:buFont typeface="Work Sans Medium"/>
              <a:buNone/>
              <a:defRPr>
                <a:latin typeface="Work Sans Medium"/>
                <a:ea typeface="Work Sans Medium"/>
                <a:cs typeface="Work Sans Medium"/>
                <a:sym typeface="Work Sans Medium"/>
              </a:defRPr>
            </a:lvl7pPr>
            <a:lvl8pPr lvl="7">
              <a:spcBef>
                <a:spcPts val="0"/>
              </a:spcBef>
              <a:spcAft>
                <a:spcPts val="0"/>
              </a:spcAft>
              <a:buSzPts val="1400"/>
              <a:buFont typeface="Work Sans Medium"/>
              <a:buNone/>
              <a:defRPr>
                <a:latin typeface="Work Sans Medium"/>
                <a:ea typeface="Work Sans Medium"/>
                <a:cs typeface="Work Sans Medium"/>
                <a:sym typeface="Work Sans Medium"/>
              </a:defRPr>
            </a:lvl8pPr>
            <a:lvl9pPr lvl="8">
              <a:spcBef>
                <a:spcPts val="0"/>
              </a:spcBef>
              <a:spcAft>
                <a:spcPts val="0"/>
              </a:spcAft>
              <a:buSzPts val="1400"/>
              <a:buFont typeface="Work Sans Medium"/>
              <a:buNone/>
              <a:defRPr>
                <a:latin typeface="Work Sans Medium"/>
                <a:ea typeface="Work Sans Medium"/>
                <a:cs typeface="Work Sans Medium"/>
                <a:sym typeface="Work Sans Medium"/>
              </a:defRPr>
            </a:lvl9pPr>
          </a:lstStyle>
          <a:p/>
        </p:txBody>
      </p:sp>
      <p:sp>
        <p:nvSpPr>
          <p:cNvPr id="265" name="Google Shape;265;p18"/>
          <p:cNvSpPr/>
          <p:nvPr>
            <p:ph idx="5" type="pic"/>
          </p:nvPr>
        </p:nvSpPr>
        <p:spPr>
          <a:xfrm>
            <a:off x="7281668" y="4104482"/>
            <a:ext cx="845100" cy="845100"/>
          </a:xfrm>
          <a:prstGeom prst="teardrop">
            <a:avLst>
              <a:gd fmla="val 100000" name="adj"/>
            </a:avLst>
          </a:prstGeom>
          <a:noFill/>
          <a:ln>
            <a:noFill/>
          </a:ln>
        </p:spPr>
      </p:sp>
      <p:sp>
        <p:nvSpPr>
          <p:cNvPr id="266" name="Google Shape;266;p18"/>
          <p:cNvSpPr/>
          <p:nvPr>
            <p:ph idx="6" type="pic"/>
          </p:nvPr>
        </p:nvSpPr>
        <p:spPr>
          <a:xfrm>
            <a:off x="2766425" y="82475"/>
            <a:ext cx="1033800" cy="1033800"/>
          </a:xfrm>
          <a:prstGeom prst="diamond">
            <a:avLst/>
          </a:prstGeom>
          <a:noFill/>
          <a:ln>
            <a:noFill/>
          </a:ln>
        </p:spPr>
      </p:sp>
      <p:sp>
        <p:nvSpPr>
          <p:cNvPr id="267" name="Google Shape;267;p18"/>
          <p:cNvSpPr/>
          <p:nvPr>
            <p:ph idx="7" type="pic"/>
          </p:nvPr>
        </p:nvSpPr>
        <p:spPr>
          <a:xfrm>
            <a:off x="1694350" y="1590164"/>
            <a:ext cx="1033800" cy="848400"/>
          </a:xfrm>
          <a:prstGeom prst="trapezoid">
            <a:avLst>
              <a:gd fmla="val 12350" name="adj"/>
            </a:avLst>
          </a:prstGeom>
          <a:noFill/>
          <a:ln>
            <a:noFill/>
          </a:ln>
        </p:spPr>
      </p:sp>
      <p:sp>
        <p:nvSpPr>
          <p:cNvPr id="268" name="Google Shape;268;p18"/>
          <p:cNvSpPr/>
          <p:nvPr>
            <p:ph idx="8" type="pic"/>
          </p:nvPr>
        </p:nvSpPr>
        <p:spPr>
          <a:xfrm>
            <a:off x="471375" y="943066"/>
            <a:ext cx="1033800" cy="810000"/>
          </a:xfrm>
          <a:prstGeom prst="parallelogram">
            <a:avLst>
              <a:gd fmla="val 25000" name="adj"/>
            </a:avLst>
          </a:prstGeom>
          <a:noFill/>
          <a:ln>
            <a:noFill/>
          </a:ln>
        </p:spPr>
      </p:sp>
      <p:sp>
        <p:nvSpPr>
          <p:cNvPr id="269" name="Google Shape;269;p18"/>
          <p:cNvSpPr/>
          <p:nvPr>
            <p:ph idx="9" type="pic"/>
          </p:nvPr>
        </p:nvSpPr>
        <p:spPr>
          <a:xfrm>
            <a:off x="7232328" y="208314"/>
            <a:ext cx="943800" cy="943800"/>
          </a:xfrm>
          <a:prstGeom prst="pentagon">
            <a:avLst>
              <a:gd fmla="val 105146" name="hf"/>
              <a:gd fmla="val 110557" name="vf"/>
            </a:avLst>
          </a:prstGeom>
          <a:noFill/>
          <a:ln>
            <a:noFill/>
          </a:ln>
        </p:spPr>
      </p:sp>
      <p:sp>
        <p:nvSpPr>
          <p:cNvPr id="270" name="Google Shape;270;p18"/>
          <p:cNvSpPr/>
          <p:nvPr>
            <p:ph idx="13" type="pic"/>
          </p:nvPr>
        </p:nvSpPr>
        <p:spPr>
          <a:xfrm>
            <a:off x="4926593" y="1453373"/>
            <a:ext cx="845100" cy="845100"/>
          </a:xfrm>
          <a:prstGeom prst="octagon">
            <a:avLst>
              <a:gd fmla="val 29289" name="adj"/>
            </a:avLst>
          </a:prstGeom>
          <a:noFill/>
          <a:ln>
            <a:noFill/>
          </a:ln>
        </p:spPr>
      </p:sp>
      <p:sp>
        <p:nvSpPr>
          <p:cNvPr id="271" name="Google Shape;271;p18"/>
          <p:cNvSpPr/>
          <p:nvPr>
            <p:ph idx="14" type="pic"/>
          </p:nvPr>
        </p:nvSpPr>
        <p:spPr>
          <a:xfrm>
            <a:off x="3337313" y="1453363"/>
            <a:ext cx="925800" cy="925800"/>
          </a:xfrm>
          <a:prstGeom prst="teardrop">
            <a:avLst>
              <a:gd fmla="val 100000" name="adj"/>
            </a:avLst>
          </a:prstGeom>
          <a:noFill/>
          <a:ln>
            <a:noFill/>
          </a:ln>
        </p:spPr>
      </p:sp>
      <p:sp>
        <p:nvSpPr>
          <p:cNvPr id="272" name="Google Shape;272;p18"/>
          <p:cNvSpPr/>
          <p:nvPr>
            <p:ph idx="15" type="pic"/>
          </p:nvPr>
        </p:nvSpPr>
        <p:spPr>
          <a:xfrm>
            <a:off x="5117041" y="2817273"/>
            <a:ext cx="1078500" cy="845100"/>
          </a:xfrm>
          <a:prstGeom prst="parallelogram">
            <a:avLst>
              <a:gd fmla="val 25000" name="adj"/>
            </a:avLst>
          </a:prstGeom>
          <a:noFill/>
          <a:ln>
            <a:noFill/>
          </a:ln>
        </p:spPr>
      </p:sp>
      <p:sp>
        <p:nvSpPr>
          <p:cNvPr id="273" name="Google Shape;273;p18"/>
          <p:cNvSpPr/>
          <p:nvPr>
            <p:ph idx="16" type="pic"/>
          </p:nvPr>
        </p:nvSpPr>
        <p:spPr>
          <a:xfrm>
            <a:off x="942143" y="2666705"/>
            <a:ext cx="943800" cy="943800"/>
          </a:xfrm>
          <a:prstGeom prst="pentagon">
            <a:avLst>
              <a:gd fmla="val 105146" name="hf"/>
              <a:gd fmla="val 110557" name="vf"/>
            </a:avLst>
          </a:prstGeom>
          <a:noFill/>
          <a:ln>
            <a:noFill/>
          </a:ln>
        </p:spPr>
      </p:sp>
      <p:sp>
        <p:nvSpPr>
          <p:cNvPr id="274" name="Google Shape;274;p18"/>
          <p:cNvSpPr/>
          <p:nvPr>
            <p:ph idx="17" type="pic"/>
          </p:nvPr>
        </p:nvSpPr>
        <p:spPr>
          <a:xfrm>
            <a:off x="3001785" y="2765398"/>
            <a:ext cx="1078500" cy="845100"/>
          </a:xfrm>
          <a:prstGeom prst="parallelogram">
            <a:avLst>
              <a:gd fmla="val 25000" name="adj"/>
            </a:avLst>
          </a:prstGeom>
          <a:noFill/>
          <a:ln>
            <a:noFill/>
          </a:ln>
        </p:spPr>
      </p:sp>
      <p:sp>
        <p:nvSpPr>
          <p:cNvPr id="275" name="Google Shape;275;p18"/>
          <p:cNvSpPr/>
          <p:nvPr>
            <p:ph idx="18" type="pic"/>
          </p:nvPr>
        </p:nvSpPr>
        <p:spPr>
          <a:xfrm>
            <a:off x="2733725" y="3996724"/>
            <a:ext cx="943800" cy="943800"/>
          </a:xfrm>
          <a:prstGeom prst="pentagon">
            <a:avLst>
              <a:gd fmla="val 105146" name="hf"/>
              <a:gd fmla="val 110557" name="vf"/>
            </a:avLst>
          </a:prstGeom>
          <a:noFill/>
          <a:ln>
            <a:noFill/>
          </a:ln>
        </p:spPr>
      </p:sp>
      <p:sp>
        <p:nvSpPr>
          <p:cNvPr id="276" name="Google Shape;276;p18"/>
          <p:cNvSpPr/>
          <p:nvPr>
            <p:ph idx="19" type="pic"/>
          </p:nvPr>
        </p:nvSpPr>
        <p:spPr>
          <a:xfrm>
            <a:off x="671603" y="4104479"/>
            <a:ext cx="1029600" cy="845100"/>
          </a:xfrm>
          <a:prstGeom prst="trapezoid">
            <a:avLst>
              <a:gd fmla="val 12350" name="adj"/>
            </a:avLst>
          </a:prstGeom>
          <a:noFill/>
          <a:ln>
            <a:noFill/>
          </a:ln>
        </p:spPr>
      </p:sp>
      <p:sp>
        <p:nvSpPr>
          <p:cNvPr id="277" name="Google Shape;277;p18"/>
          <p:cNvSpPr/>
          <p:nvPr>
            <p:ph idx="20" type="pic"/>
          </p:nvPr>
        </p:nvSpPr>
        <p:spPr>
          <a:xfrm>
            <a:off x="5117047" y="176817"/>
            <a:ext cx="1078500" cy="845100"/>
          </a:xfrm>
          <a:prstGeom prst="parallelogram">
            <a:avLst>
              <a:gd fmla="val 25000" name="adj"/>
            </a:avLst>
          </a:prstGeom>
          <a:noFill/>
          <a:ln>
            <a:noFill/>
          </a:ln>
        </p:spPr>
      </p:sp>
      <p:sp>
        <p:nvSpPr>
          <p:cNvPr id="278" name="Google Shape;278;p18"/>
          <p:cNvSpPr/>
          <p:nvPr>
            <p:ph idx="21" type="pic"/>
          </p:nvPr>
        </p:nvSpPr>
        <p:spPr>
          <a:xfrm>
            <a:off x="7589511" y="1493717"/>
            <a:ext cx="845100" cy="845100"/>
          </a:xfrm>
          <a:prstGeom prst="teardrop">
            <a:avLst>
              <a:gd fmla="val 100000" name="adj"/>
            </a:avLst>
          </a:prstGeom>
          <a:noFill/>
          <a:ln>
            <a:noFill/>
          </a:ln>
        </p:spPr>
      </p:sp>
      <p:sp>
        <p:nvSpPr>
          <p:cNvPr id="279" name="Google Shape;279;p18"/>
          <p:cNvSpPr/>
          <p:nvPr>
            <p:ph idx="22" type="pic"/>
          </p:nvPr>
        </p:nvSpPr>
        <p:spPr>
          <a:xfrm>
            <a:off x="7405007" y="2680430"/>
            <a:ext cx="1029600" cy="1029600"/>
          </a:xfrm>
          <a:prstGeom prst="diamond">
            <a:avLst/>
          </a:prstGeom>
          <a:noFill/>
          <a:ln>
            <a:noFill/>
          </a:ln>
        </p:spPr>
      </p:sp>
      <p:sp>
        <p:nvSpPr>
          <p:cNvPr id="280" name="Google Shape;280;p18"/>
          <p:cNvSpPr/>
          <p:nvPr>
            <p:ph idx="23" type="pic"/>
          </p:nvPr>
        </p:nvSpPr>
        <p:spPr>
          <a:xfrm>
            <a:off x="5391900" y="3996724"/>
            <a:ext cx="943800" cy="943800"/>
          </a:xfrm>
          <a:prstGeom prst="pentagon">
            <a:avLst>
              <a:gd fmla="val 105146" name="hf"/>
              <a:gd fmla="val 110557" name="vf"/>
            </a:avLst>
          </a:prstGeom>
          <a:noFill/>
          <a:ln>
            <a:noFill/>
          </a:ln>
        </p:spPr>
      </p:sp>
      <p:sp>
        <p:nvSpPr>
          <p:cNvPr id="281" name="Google Shape;281;p18"/>
          <p:cNvSpPr txBox="1"/>
          <p:nvPr>
            <p:ph type="title"/>
          </p:nvPr>
        </p:nvSpPr>
        <p:spPr>
          <a:xfrm>
            <a:off x="488375" y="208325"/>
            <a:ext cx="3591900" cy="7821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sz="1800"/>
            </a:lvl1pPr>
            <a:lvl2pPr lvl="1" algn="ctr">
              <a:spcBef>
                <a:spcPts val="0"/>
              </a:spcBef>
              <a:spcAft>
                <a:spcPts val="0"/>
              </a:spcAft>
              <a:buClr>
                <a:schemeClr val="dk1"/>
              </a:buClr>
              <a:buSzPts val="5600"/>
              <a:buNone/>
              <a:defRPr>
                <a:solidFill>
                  <a:schemeClr val="dk1"/>
                </a:solidFill>
              </a:defRPr>
            </a:lvl2pPr>
            <a:lvl3pPr lvl="2" algn="ctr">
              <a:spcBef>
                <a:spcPts val="0"/>
              </a:spcBef>
              <a:spcAft>
                <a:spcPts val="0"/>
              </a:spcAft>
              <a:buClr>
                <a:schemeClr val="dk1"/>
              </a:buClr>
              <a:buSzPts val="5600"/>
              <a:buNone/>
              <a:defRPr>
                <a:solidFill>
                  <a:schemeClr val="dk1"/>
                </a:solidFill>
              </a:defRPr>
            </a:lvl3pPr>
            <a:lvl4pPr lvl="3" algn="ctr">
              <a:spcBef>
                <a:spcPts val="0"/>
              </a:spcBef>
              <a:spcAft>
                <a:spcPts val="0"/>
              </a:spcAft>
              <a:buClr>
                <a:schemeClr val="dk1"/>
              </a:buClr>
              <a:buSzPts val="5600"/>
              <a:buNone/>
              <a:defRPr>
                <a:solidFill>
                  <a:schemeClr val="dk1"/>
                </a:solidFill>
              </a:defRPr>
            </a:lvl4pPr>
            <a:lvl5pPr lvl="4" algn="ctr">
              <a:spcBef>
                <a:spcPts val="0"/>
              </a:spcBef>
              <a:spcAft>
                <a:spcPts val="0"/>
              </a:spcAft>
              <a:buClr>
                <a:schemeClr val="dk1"/>
              </a:buClr>
              <a:buSzPts val="5600"/>
              <a:buNone/>
              <a:defRPr>
                <a:solidFill>
                  <a:schemeClr val="dk1"/>
                </a:solidFill>
              </a:defRPr>
            </a:lvl5pPr>
            <a:lvl6pPr lvl="5" algn="ctr">
              <a:spcBef>
                <a:spcPts val="0"/>
              </a:spcBef>
              <a:spcAft>
                <a:spcPts val="0"/>
              </a:spcAft>
              <a:buClr>
                <a:schemeClr val="dk1"/>
              </a:buClr>
              <a:buSzPts val="5600"/>
              <a:buNone/>
              <a:defRPr>
                <a:solidFill>
                  <a:schemeClr val="dk1"/>
                </a:solidFill>
              </a:defRPr>
            </a:lvl6pPr>
            <a:lvl7pPr lvl="6" algn="ctr">
              <a:spcBef>
                <a:spcPts val="0"/>
              </a:spcBef>
              <a:spcAft>
                <a:spcPts val="0"/>
              </a:spcAft>
              <a:buClr>
                <a:schemeClr val="dk1"/>
              </a:buClr>
              <a:buSzPts val="5600"/>
              <a:buNone/>
              <a:defRPr>
                <a:solidFill>
                  <a:schemeClr val="dk1"/>
                </a:solidFill>
              </a:defRPr>
            </a:lvl7pPr>
            <a:lvl8pPr lvl="7" algn="ctr">
              <a:spcBef>
                <a:spcPts val="0"/>
              </a:spcBef>
              <a:spcAft>
                <a:spcPts val="0"/>
              </a:spcAft>
              <a:buClr>
                <a:schemeClr val="dk1"/>
              </a:buClr>
              <a:buSzPts val="5600"/>
              <a:buNone/>
              <a:defRPr>
                <a:solidFill>
                  <a:schemeClr val="dk1"/>
                </a:solidFill>
              </a:defRPr>
            </a:lvl8pPr>
            <a:lvl9pPr lvl="8" algn="ctr">
              <a:spcBef>
                <a:spcPts val="0"/>
              </a:spcBef>
              <a:spcAft>
                <a:spcPts val="0"/>
              </a:spcAft>
              <a:buClr>
                <a:schemeClr val="dk1"/>
              </a:buClr>
              <a:buSzPts val="5600"/>
              <a:buNone/>
              <a:defRPr>
                <a:solidFill>
                  <a:schemeClr val="dk1"/>
                </a:solidFill>
              </a:defRPr>
            </a:lvl9pPr>
          </a:lstStyle>
          <a:p/>
        </p:txBody>
      </p:sp>
      <p:sp>
        <p:nvSpPr>
          <p:cNvPr id="282" name="Google Shape;282;p18"/>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8"/>
          <p:cNvSpPr txBox="1"/>
          <p:nvPr>
            <p:ph idx="2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84" name="Google Shape;284;p18"/>
          <p:cNvSpPr txBox="1"/>
          <p:nvPr>
            <p:ph idx="2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85" name="Google Shape;285;p18"/>
          <p:cNvSpPr txBox="1"/>
          <p:nvPr>
            <p:ph idx="2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guide id="2" orient="horz" pos="16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centage">
  <p:cSld name="CUSTOM_2_1_1_1_1_1_2">
    <p:spTree>
      <p:nvGrpSpPr>
        <p:cNvPr id="286" name="Shape 286"/>
        <p:cNvGrpSpPr/>
        <p:nvPr/>
      </p:nvGrpSpPr>
      <p:grpSpPr>
        <a:xfrm>
          <a:off x="0" y="0"/>
          <a:ext cx="0" cy="0"/>
          <a:chOff x="0" y="0"/>
          <a:chExt cx="0" cy="0"/>
        </a:xfrm>
      </p:grpSpPr>
      <p:sp>
        <p:nvSpPr>
          <p:cNvPr id="287" name="Google Shape;287;p19"/>
          <p:cNvSpPr/>
          <p:nvPr/>
        </p:nvSpPr>
        <p:spPr>
          <a:xfrm>
            <a:off x="4572000" y="-100"/>
            <a:ext cx="4580700" cy="5143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Work Sans"/>
              <a:ea typeface="Work Sans"/>
              <a:cs typeface="Work Sans"/>
              <a:sym typeface="Work Sans"/>
            </a:endParaRPr>
          </a:p>
        </p:txBody>
      </p:sp>
      <p:sp>
        <p:nvSpPr>
          <p:cNvPr id="288" name="Google Shape;288;p19"/>
          <p:cNvSpPr txBox="1"/>
          <p:nvPr>
            <p:ph type="title"/>
          </p:nvPr>
        </p:nvSpPr>
        <p:spPr>
          <a:xfrm>
            <a:off x="606176" y="209625"/>
            <a:ext cx="3202500" cy="1155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289" name="Google Shape;289;p19"/>
          <p:cNvSpPr txBox="1"/>
          <p:nvPr>
            <p:ph idx="1" type="body"/>
          </p:nvPr>
        </p:nvSpPr>
        <p:spPr>
          <a:xfrm>
            <a:off x="637550" y="1316375"/>
            <a:ext cx="3202500" cy="2028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90" name="Google Shape;290;p19"/>
          <p:cNvSpPr txBox="1"/>
          <p:nvPr>
            <p:ph idx="2" type="title"/>
          </p:nvPr>
        </p:nvSpPr>
        <p:spPr>
          <a:xfrm>
            <a:off x="4903076" y="2401725"/>
            <a:ext cx="3202500" cy="1155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1"/>
              </a:buClr>
              <a:buSzPts val="5600"/>
              <a:buNone/>
              <a:defRPr/>
            </a:lvl1pPr>
            <a:lvl2pPr lvl="1">
              <a:spcBef>
                <a:spcPts val="0"/>
              </a:spcBef>
              <a:spcAft>
                <a:spcPts val="0"/>
              </a:spcAft>
              <a:buClr>
                <a:schemeClr val="dk1"/>
              </a:buClr>
              <a:buSzPts val="5600"/>
              <a:buNone/>
              <a:defRPr>
                <a:solidFill>
                  <a:schemeClr val="dk1"/>
                </a:solidFill>
              </a:defRPr>
            </a:lvl2pPr>
            <a:lvl3pPr lvl="2">
              <a:spcBef>
                <a:spcPts val="0"/>
              </a:spcBef>
              <a:spcAft>
                <a:spcPts val="0"/>
              </a:spcAft>
              <a:buClr>
                <a:schemeClr val="dk1"/>
              </a:buClr>
              <a:buSzPts val="5600"/>
              <a:buNone/>
              <a:defRPr>
                <a:solidFill>
                  <a:schemeClr val="dk1"/>
                </a:solidFill>
              </a:defRPr>
            </a:lvl3pPr>
            <a:lvl4pPr lvl="3">
              <a:spcBef>
                <a:spcPts val="0"/>
              </a:spcBef>
              <a:spcAft>
                <a:spcPts val="0"/>
              </a:spcAft>
              <a:buClr>
                <a:schemeClr val="dk1"/>
              </a:buClr>
              <a:buSzPts val="5600"/>
              <a:buNone/>
              <a:defRPr>
                <a:solidFill>
                  <a:schemeClr val="dk1"/>
                </a:solidFill>
              </a:defRPr>
            </a:lvl4pPr>
            <a:lvl5pPr lvl="4">
              <a:spcBef>
                <a:spcPts val="0"/>
              </a:spcBef>
              <a:spcAft>
                <a:spcPts val="0"/>
              </a:spcAft>
              <a:buClr>
                <a:schemeClr val="dk1"/>
              </a:buClr>
              <a:buSzPts val="5600"/>
              <a:buNone/>
              <a:defRPr>
                <a:solidFill>
                  <a:schemeClr val="dk1"/>
                </a:solidFill>
              </a:defRPr>
            </a:lvl5pPr>
            <a:lvl6pPr lvl="5">
              <a:spcBef>
                <a:spcPts val="0"/>
              </a:spcBef>
              <a:spcAft>
                <a:spcPts val="0"/>
              </a:spcAft>
              <a:buClr>
                <a:schemeClr val="dk1"/>
              </a:buClr>
              <a:buSzPts val="5600"/>
              <a:buNone/>
              <a:defRPr>
                <a:solidFill>
                  <a:schemeClr val="dk1"/>
                </a:solidFill>
              </a:defRPr>
            </a:lvl6pPr>
            <a:lvl7pPr lvl="6">
              <a:spcBef>
                <a:spcPts val="0"/>
              </a:spcBef>
              <a:spcAft>
                <a:spcPts val="0"/>
              </a:spcAft>
              <a:buClr>
                <a:schemeClr val="dk1"/>
              </a:buClr>
              <a:buSzPts val="5600"/>
              <a:buNone/>
              <a:defRPr>
                <a:solidFill>
                  <a:schemeClr val="dk1"/>
                </a:solidFill>
              </a:defRPr>
            </a:lvl7pPr>
            <a:lvl8pPr lvl="7">
              <a:spcBef>
                <a:spcPts val="0"/>
              </a:spcBef>
              <a:spcAft>
                <a:spcPts val="0"/>
              </a:spcAft>
              <a:buClr>
                <a:schemeClr val="dk1"/>
              </a:buClr>
              <a:buSzPts val="5600"/>
              <a:buNone/>
              <a:defRPr>
                <a:solidFill>
                  <a:schemeClr val="dk1"/>
                </a:solidFill>
              </a:defRPr>
            </a:lvl8pPr>
            <a:lvl9pPr lvl="8">
              <a:spcBef>
                <a:spcPts val="0"/>
              </a:spcBef>
              <a:spcAft>
                <a:spcPts val="0"/>
              </a:spcAft>
              <a:buClr>
                <a:schemeClr val="dk1"/>
              </a:buClr>
              <a:buSzPts val="5600"/>
              <a:buNone/>
              <a:defRPr>
                <a:solidFill>
                  <a:schemeClr val="dk1"/>
                </a:solidFill>
              </a:defRPr>
            </a:lvl9pPr>
          </a:lstStyle>
          <a:p/>
        </p:txBody>
      </p:sp>
      <p:sp>
        <p:nvSpPr>
          <p:cNvPr id="291" name="Google Shape;291;p19"/>
          <p:cNvSpPr txBox="1"/>
          <p:nvPr>
            <p:ph idx="3" type="body"/>
          </p:nvPr>
        </p:nvSpPr>
        <p:spPr>
          <a:xfrm>
            <a:off x="4934450" y="3508475"/>
            <a:ext cx="3202500" cy="1376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Char char="●"/>
              <a:defRPr/>
            </a:lvl1pPr>
            <a:lvl2pPr indent="-298450" lvl="1" marL="914400">
              <a:spcBef>
                <a:spcPts val="0"/>
              </a:spcBef>
              <a:spcAft>
                <a:spcPts val="0"/>
              </a:spcAft>
              <a:buClr>
                <a:schemeClr val="dk1"/>
              </a:buClr>
              <a:buSzPts val="1100"/>
              <a:buChar char="○"/>
              <a:defRPr/>
            </a:lvl2pPr>
            <a:lvl3pPr indent="-298450" lvl="2" marL="1371600">
              <a:spcBef>
                <a:spcPts val="0"/>
              </a:spcBef>
              <a:spcAft>
                <a:spcPts val="0"/>
              </a:spcAft>
              <a:buClr>
                <a:schemeClr val="dk1"/>
              </a:buClr>
              <a:buSzPts val="1100"/>
              <a:buChar char="■"/>
              <a:defRPr/>
            </a:lvl3pPr>
            <a:lvl4pPr indent="-298450" lvl="3" marL="1828800">
              <a:spcBef>
                <a:spcPts val="0"/>
              </a:spcBef>
              <a:spcAft>
                <a:spcPts val="0"/>
              </a:spcAft>
              <a:buClr>
                <a:schemeClr val="dk1"/>
              </a:buClr>
              <a:buSzPts val="1100"/>
              <a:buChar char="●"/>
              <a:defRPr/>
            </a:lvl4pPr>
            <a:lvl5pPr indent="-298450" lvl="4" marL="2286000">
              <a:spcBef>
                <a:spcPts val="0"/>
              </a:spcBef>
              <a:spcAft>
                <a:spcPts val="0"/>
              </a:spcAft>
              <a:buClr>
                <a:schemeClr val="dk1"/>
              </a:buClr>
              <a:buSzPts val="1100"/>
              <a:buChar char="○"/>
              <a:defRPr/>
            </a:lvl5pPr>
            <a:lvl6pPr indent="-298450" lvl="5" marL="2743200">
              <a:spcBef>
                <a:spcPts val="0"/>
              </a:spcBef>
              <a:spcAft>
                <a:spcPts val="0"/>
              </a:spcAft>
              <a:buClr>
                <a:schemeClr val="dk1"/>
              </a:buClr>
              <a:buSzPts val="1100"/>
              <a:buChar char="■"/>
              <a:defRPr/>
            </a:lvl6pPr>
            <a:lvl7pPr indent="-298450" lvl="6" marL="3200400">
              <a:spcBef>
                <a:spcPts val="0"/>
              </a:spcBef>
              <a:spcAft>
                <a:spcPts val="0"/>
              </a:spcAft>
              <a:buClr>
                <a:schemeClr val="dk1"/>
              </a:buClr>
              <a:buSzPts val="1100"/>
              <a:buChar char="●"/>
              <a:defRPr/>
            </a:lvl7pPr>
            <a:lvl8pPr indent="-298450" lvl="7" marL="3657600">
              <a:spcBef>
                <a:spcPts val="0"/>
              </a:spcBef>
              <a:spcAft>
                <a:spcPts val="0"/>
              </a:spcAft>
              <a:buClr>
                <a:schemeClr val="dk1"/>
              </a:buClr>
              <a:buSzPts val="1100"/>
              <a:buChar char="○"/>
              <a:defRPr/>
            </a:lvl8pPr>
            <a:lvl9pPr indent="-298450" lvl="8" marL="4114800">
              <a:spcBef>
                <a:spcPts val="0"/>
              </a:spcBef>
              <a:spcAft>
                <a:spcPts val="0"/>
              </a:spcAft>
              <a:buClr>
                <a:schemeClr val="dk1"/>
              </a:buClr>
              <a:buSzPts val="1100"/>
              <a:buChar char="■"/>
              <a:defRPr/>
            </a:lvl9pPr>
          </a:lstStyle>
          <a:p/>
        </p:txBody>
      </p:sp>
      <p:sp>
        <p:nvSpPr>
          <p:cNvPr id="292" name="Google Shape;292;p19"/>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9"/>
          <p:cNvSpPr txBox="1"/>
          <p:nvPr>
            <p:ph idx="4"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94" name="Google Shape;294;p19"/>
          <p:cNvSpPr txBox="1"/>
          <p:nvPr>
            <p:ph idx="5"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295" name="Google Shape;295;p19"/>
          <p:cNvSpPr txBox="1"/>
          <p:nvPr>
            <p:ph idx="6"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2_1_1_1_1_1_2_1">
    <p:spTree>
      <p:nvGrpSpPr>
        <p:cNvPr id="296" name="Shape 296"/>
        <p:cNvGrpSpPr/>
        <p:nvPr/>
      </p:nvGrpSpPr>
      <p:grpSpPr>
        <a:xfrm>
          <a:off x="0" y="0"/>
          <a:ext cx="0" cy="0"/>
          <a:chOff x="0" y="0"/>
          <a:chExt cx="0" cy="0"/>
        </a:xfrm>
      </p:grpSpPr>
      <p:sp>
        <p:nvSpPr>
          <p:cNvPr id="297" name="Google Shape;297;p20"/>
          <p:cNvSpPr txBox="1"/>
          <p:nvPr/>
        </p:nvSpPr>
        <p:spPr>
          <a:xfrm>
            <a:off x="91634" y="-352519"/>
            <a:ext cx="3167400" cy="57258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n" sz="40000">
                <a:solidFill>
                  <a:schemeClr val="accent1"/>
                </a:solidFill>
                <a:latin typeface="Unbounded"/>
                <a:ea typeface="Unbounded"/>
                <a:cs typeface="Unbounded"/>
                <a:sym typeface="Unbounded"/>
              </a:rPr>
              <a:t>“</a:t>
            </a:r>
            <a:endParaRPr sz="40000">
              <a:solidFill>
                <a:schemeClr val="accent1"/>
              </a:solidFill>
              <a:latin typeface="Unbounded"/>
              <a:ea typeface="Unbounded"/>
              <a:cs typeface="Unbounded"/>
              <a:sym typeface="Unbounded"/>
            </a:endParaRPr>
          </a:p>
        </p:txBody>
      </p:sp>
      <p:sp>
        <p:nvSpPr>
          <p:cNvPr id="298" name="Google Shape;298;p20"/>
          <p:cNvSpPr txBox="1"/>
          <p:nvPr>
            <p:ph idx="1" type="subTitle"/>
          </p:nvPr>
        </p:nvSpPr>
        <p:spPr>
          <a:xfrm>
            <a:off x="698675" y="1292550"/>
            <a:ext cx="7746600" cy="2558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chemeClr val="lt1"/>
              </a:buClr>
              <a:buSzPts val="5600"/>
              <a:buNone/>
              <a:defRPr sz="56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299" name="Google Shape;299;p20"/>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0"/>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01" name="Google Shape;301;p20"/>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02" name="Google Shape;302;p20"/>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2">
  <p:cSld name="CUSTOM_2_1_1_1_1_1_2_1_1">
    <p:spTree>
      <p:nvGrpSpPr>
        <p:cNvPr id="303" name="Shape 303"/>
        <p:cNvGrpSpPr/>
        <p:nvPr/>
      </p:nvGrpSpPr>
      <p:grpSpPr>
        <a:xfrm>
          <a:off x="0" y="0"/>
          <a:ext cx="0" cy="0"/>
          <a:chOff x="0" y="0"/>
          <a:chExt cx="0" cy="0"/>
        </a:xfrm>
      </p:grpSpPr>
      <p:sp>
        <p:nvSpPr>
          <p:cNvPr id="304" name="Google Shape;304;p21"/>
          <p:cNvSpPr/>
          <p:nvPr/>
        </p:nvSpPr>
        <p:spPr>
          <a:xfrm>
            <a:off x="565225" y="157000"/>
            <a:ext cx="8394600" cy="4218300"/>
          </a:xfrm>
          <a:prstGeom prst="wedgeRectCallout">
            <a:avLst>
              <a:gd fmla="val -33264" name="adj1"/>
              <a:gd fmla="val 63432"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1"/>
          <p:cNvSpPr txBox="1"/>
          <p:nvPr/>
        </p:nvSpPr>
        <p:spPr>
          <a:xfrm>
            <a:off x="717625" y="78725"/>
            <a:ext cx="1926000" cy="4340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0">
                <a:solidFill>
                  <a:schemeClr val="lt1"/>
                </a:solidFill>
                <a:latin typeface="Unbounded"/>
                <a:ea typeface="Unbounded"/>
                <a:cs typeface="Unbounded"/>
                <a:sym typeface="Unbounded"/>
              </a:rPr>
              <a:t>“</a:t>
            </a:r>
            <a:endParaRPr sz="30000">
              <a:solidFill>
                <a:schemeClr val="lt1"/>
              </a:solidFill>
              <a:latin typeface="Unbounded"/>
              <a:ea typeface="Unbounded"/>
              <a:cs typeface="Unbounded"/>
              <a:sym typeface="Unbounded"/>
            </a:endParaRPr>
          </a:p>
        </p:txBody>
      </p:sp>
      <p:sp>
        <p:nvSpPr>
          <p:cNvPr id="306" name="Google Shape;306;p21"/>
          <p:cNvSpPr txBox="1"/>
          <p:nvPr>
            <p:ph idx="1" type="subTitle"/>
          </p:nvPr>
        </p:nvSpPr>
        <p:spPr>
          <a:xfrm>
            <a:off x="2643625" y="454150"/>
            <a:ext cx="6090000" cy="36420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dk1"/>
              </a:buClr>
              <a:buSzPts val="3600"/>
              <a:buNone/>
              <a:defRPr sz="3600"/>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307" name="Google Shape;307;p21"/>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09" name="Google Shape;309;p21"/>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10" name="Google Shape;310;p21"/>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3">
  <p:cSld name="CUSTOM_2_1_1_1_1_1_2_1_1_1">
    <p:spTree>
      <p:nvGrpSpPr>
        <p:cNvPr id="311" name="Shape 311"/>
        <p:cNvGrpSpPr/>
        <p:nvPr/>
      </p:nvGrpSpPr>
      <p:grpSpPr>
        <a:xfrm>
          <a:off x="0" y="0"/>
          <a:ext cx="0" cy="0"/>
          <a:chOff x="0" y="0"/>
          <a:chExt cx="0" cy="0"/>
        </a:xfrm>
      </p:grpSpPr>
      <p:sp>
        <p:nvSpPr>
          <p:cNvPr id="312" name="Google Shape;312;p22"/>
          <p:cNvSpPr/>
          <p:nvPr/>
        </p:nvSpPr>
        <p:spPr>
          <a:xfrm>
            <a:off x="565225" y="157000"/>
            <a:ext cx="8394600" cy="4218300"/>
          </a:xfrm>
          <a:prstGeom prst="wedgeRectCallout">
            <a:avLst>
              <a:gd fmla="val -33264" name="adj1"/>
              <a:gd fmla="val 63432"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22"/>
          <p:cNvSpPr txBox="1"/>
          <p:nvPr/>
        </p:nvSpPr>
        <p:spPr>
          <a:xfrm>
            <a:off x="717625" y="78725"/>
            <a:ext cx="1926000" cy="4340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sz="30000">
                <a:solidFill>
                  <a:schemeClr val="lt1"/>
                </a:solidFill>
                <a:latin typeface="Unbounded"/>
                <a:ea typeface="Unbounded"/>
                <a:cs typeface="Unbounded"/>
                <a:sym typeface="Unbounded"/>
              </a:rPr>
              <a:t>“</a:t>
            </a:r>
            <a:endParaRPr sz="30000">
              <a:solidFill>
                <a:schemeClr val="lt1"/>
              </a:solidFill>
              <a:latin typeface="Unbounded"/>
              <a:ea typeface="Unbounded"/>
              <a:cs typeface="Unbounded"/>
              <a:sym typeface="Unbounded"/>
            </a:endParaRPr>
          </a:p>
        </p:txBody>
      </p:sp>
      <p:sp>
        <p:nvSpPr>
          <p:cNvPr id="314" name="Google Shape;314;p22"/>
          <p:cNvSpPr txBox="1"/>
          <p:nvPr>
            <p:ph idx="1" type="subTitle"/>
          </p:nvPr>
        </p:nvSpPr>
        <p:spPr>
          <a:xfrm>
            <a:off x="2643625" y="454150"/>
            <a:ext cx="6090000" cy="36420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dk1"/>
              </a:buClr>
              <a:buSzPts val="3600"/>
              <a:buNone/>
              <a:defRPr sz="3600"/>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315" name="Google Shape;315;p22"/>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17" name="Google Shape;317;p22"/>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18" name="Google Shape;318;p22"/>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sections">
  <p:cSld name="CUSTOM_2_1_1_1_1_1_2_1_2_1">
    <p:spTree>
      <p:nvGrpSpPr>
        <p:cNvPr id="319" name="Shape 319"/>
        <p:cNvGrpSpPr/>
        <p:nvPr/>
      </p:nvGrpSpPr>
      <p:grpSpPr>
        <a:xfrm>
          <a:off x="0" y="0"/>
          <a:ext cx="0" cy="0"/>
          <a:chOff x="0" y="0"/>
          <a:chExt cx="0" cy="0"/>
        </a:xfrm>
      </p:grpSpPr>
      <p:sp>
        <p:nvSpPr>
          <p:cNvPr id="320" name="Google Shape;320;p23"/>
          <p:cNvSpPr txBox="1"/>
          <p:nvPr>
            <p:ph idx="1" type="body"/>
          </p:nvPr>
        </p:nvSpPr>
        <p:spPr>
          <a:xfrm>
            <a:off x="1043825" y="3013059"/>
            <a:ext cx="2161800" cy="8472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21" name="Google Shape;321;p23"/>
          <p:cNvSpPr txBox="1"/>
          <p:nvPr>
            <p:ph type="title"/>
          </p:nvPr>
        </p:nvSpPr>
        <p:spPr>
          <a:xfrm>
            <a:off x="328350" y="160550"/>
            <a:ext cx="8487300" cy="1481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5600"/>
              <a:buNone/>
              <a:defRPr>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sp>
        <p:nvSpPr>
          <p:cNvPr id="322" name="Google Shape;322;p23"/>
          <p:cNvSpPr/>
          <p:nvPr/>
        </p:nvSpPr>
        <p:spPr>
          <a:xfrm>
            <a:off x="1842125" y="2085075"/>
            <a:ext cx="565200" cy="423900"/>
          </a:xfrm>
          <a:prstGeom prst="parallelogram">
            <a:avLst>
              <a:gd fmla="val 2500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3" name="Google Shape;323;p23"/>
          <p:cNvSpPr/>
          <p:nvPr/>
        </p:nvSpPr>
        <p:spPr>
          <a:xfrm>
            <a:off x="4490425" y="2029575"/>
            <a:ext cx="534900" cy="534900"/>
          </a:xfrm>
          <a:prstGeom prst="diamond">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4" name="Google Shape;324;p23"/>
          <p:cNvSpPr/>
          <p:nvPr/>
        </p:nvSpPr>
        <p:spPr>
          <a:xfrm rot="2700000">
            <a:off x="7215267" y="2132761"/>
            <a:ext cx="379716" cy="459478"/>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sp>
        <p:nvSpPr>
          <p:cNvPr id="325" name="Google Shape;325;p23"/>
          <p:cNvSpPr txBox="1"/>
          <p:nvPr>
            <p:ph idx="2" type="subTitle"/>
          </p:nvPr>
        </p:nvSpPr>
        <p:spPr>
          <a:xfrm>
            <a:off x="1043825" y="2547008"/>
            <a:ext cx="21618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23"/>
          <p:cNvSpPr txBox="1"/>
          <p:nvPr>
            <p:ph idx="3" type="body"/>
          </p:nvPr>
        </p:nvSpPr>
        <p:spPr>
          <a:xfrm>
            <a:off x="3676975" y="3013059"/>
            <a:ext cx="2161800" cy="8472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27" name="Google Shape;327;p23"/>
          <p:cNvSpPr txBox="1"/>
          <p:nvPr>
            <p:ph idx="4" type="subTitle"/>
          </p:nvPr>
        </p:nvSpPr>
        <p:spPr>
          <a:xfrm>
            <a:off x="3676975" y="2547008"/>
            <a:ext cx="21618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8" name="Google Shape;328;p23"/>
          <p:cNvSpPr txBox="1"/>
          <p:nvPr>
            <p:ph idx="5" type="body"/>
          </p:nvPr>
        </p:nvSpPr>
        <p:spPr>
          <a:xfrm>
            <a:off x="6324225" y="3013059"/>
            <a:ext cx="2161800" cy="8472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29" name="Google Shape;329;p23"/>
          <p:cNvSpPr txBox="1"/>
          <p:nvPr>
            <p:ph idx="6" type="subTitle"/>
          </p:nvPr>
        </p:nvSpPr>
        <p:spPr>
          <a:xfrm>
            <a:off x="6324225" y="2547008"/>
            <a:ext cx="2161800" cy="503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30" name="Google Shape;330;p23"/>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txBox="1"/>
          <p:nvPr>
            <p:ph idx="7"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32" name="Google Shape;332;p23"/>
          <p:cNvSpPr txBox="1"/>
          <p:nvPr>
            <p:ph idx="8"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33" name="Google Shape;333;p23"/>
          <p:cNvSpPr txBox="1"/>
          <p:nvPr>
            <p:ph idx="9"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gram">
  <p:cSld name="CUSTOM_2_1_1_1_1_1_2_1_2_1_1">
    <p:spTree>
      <p:nvGrpSpPr>
        <p:cNvPr id="334" name="Shape 334"/>
        <p:cNvGrpSpPr/>
        <p:nvPr/>
      </p:nvGrpSpPr>
      <p:grpSpPr>
        <a:xfrm>
          <a:off x="0" y="0"/>
          <a:ext cx="0" cy="0"/>
          <a:chOff x="0" y="0"/>
          <a:chExt cx="0" cy="0"/>
        </a:xfrm>
      </p:grpSpPr>
      <p:sp>
        <p:nvSpPr>
          <p:cNvPr id="335" name="Google Shape;335;p24"/>
          <p:cNvSpPr txBox="1"/>
          <p:nvPr>
            <p:ph type="title"/>
          </p:nvPr>
        </p:nvSpPr>
        <p:spPr>
          <a:xfrm>
            <a:off x="488375" y="208325"/>
            <a:ext cx="3591900" cy="78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cxnSp>
        <p:nvCxnSpPr>
          <p:cNvPr id="336" name="Google Shape;336;p24"/>
          <p:cNvCxnSpPr/>
          <p:nvPr/>
        </p:nvCxnSpPr>
        <p:spPr>
          <a:xfrm>
            <a:off x="4773100" y="761825"/>
            <a:ext cx="0" cy="3698100"/>
          </a:xfrm>
          <a:prstGeom prst="straightConnector1">
            <a:avLst/>
          </a:prstGeom>
          <a:noFill/>
          <a:ln cap="flat" cmpd="sng" w="9525">
            <a:solidFill>
              <a:schemeClr val="lt1"/>
            </a:solidFill>
            <a:prstDash val="solid"/>
            <a:round/>
            <a:headEnd len="med" w="med" type="triangle"/>
            <a:tailEnd len="med" w="med" type="triangle"/>
          </a:ln>
        </p:spPr>
      </p:cxnSp>
      <p:cxnSp>
        <p:nvCxnSpPr>
          <p:cNvPr id="337" name="Google Shape;337;p24"/>
          <p:cNvCxnSpPr/>
          <p:nvPr/>
        </p:nvCxnSpPr>
        <p:spPr>
          <a:xfrm>
            <a:off x="1009900" y="2470625"/>
            <a:ext cx="7526400" cy="0"/>
          </a:xfrm>
          <a:prstGeom prst="straightConnector1">
            <a:avLst/>
          </a:prstGeom>
          <a:noFill/>
          <a:ln cap="flat" cmpd="sng" w="9525">
            <a:solidFill>
              <a:schemeClr val="lt1"/>
            </a:solidFill>
            <a:prstDash val="solid"/>
            <a:round/>
            <a:headEnd len="med" w="med" type="triangle"/>
            <a:tailEnd len="med" w="med" type="triangle"/>
          </a:ln>
        </p:spPr>
      </p:cxnSp>
      <p:sp>
        <p:nvSpPr>
          <p:cNvPr id="338" name="Google Shape;338;p24"/>
          <p:cNvSpPr/>
          <p:nvPr>
            <p:ph idx="2" type="pic"/>
          </p:nvPr>
        </p:nvSpPr>
        <p:spPr>
          <a:xfrm>
            <a:off x="1976010" y="868478"/>
            <a:ext cx="515100" cy="515100"/>
          </a:xfrm>
          <a:prstGeom prst="teardrop">
            <a:avLst>
              <a:gd fmla="val 100000" name="adj"/>
            </a:avLst>
          </a:prstGeom>
          <a:noFill/>
          <a:ln>
            <a:noFill/>
          </a:ln>
        </p:spPr>
      </p:sp>
      <p:sp>
        <p:nvSpPr>
          <p:cNvPr id="339" name="Google Shape;339;p24"/>
          <p:cNvSpPr/>
          <p:nvPr>
            <p:ph idx="3" type="pic"/>
          </p:nvPr>
        </p:nvSpPr>
        <p:spPr>
          <a:xfrm>
            <a:off x="7293297" y="3715450"/>
            <a:ext cx="627900" cy="627900"/>
          </a:xfrm>
          <a:prstGeom prst="diamond">
            <a:avLst/>
          </a:prstGeom>
          <a:noFill/>
          <a:ln>
            <a:noFill/>
          </a:ln>
        </p:spPr>
      </p:sp>
      <p:sp>
        <p:nvSpPr>
          <p:cNvPr id="340" name="Google Shape;340;p24"/>
          <p:cNvSpPr/>
          <p:nvPr>
            <p:ph idx="4" type="pic"/>
          </p:nvPr>
        </p:nvSpPr>
        <p:spPr>
          <a:xfrm>
            <a:off x="3876878" y="1617353"/>
            <a:ext cx="627900" cy="515100"/>
          </a:xfrm>
          <a:prstGeom prst="trapezoid">
            <a:avLst>
              <a:gd fmla="val 12350" name="adj"/>
            </a:avLst>
          </a:prstGeom>
          <a:noFill/>
          <a:ln>
            <a:noFill/>
          </a:ln>
        </p:spPr>
      </p:sp>
      <p:sp>
        <p:nvSpPr>
          <p:cNvPr id="341" name="Google Shape;341;p24"/>
          <p:cNvSpPr/>
          <p:nvPr>
            <p:ph idx="5" type="pic"/>
          </p:nvPr>
        </p:nvSpPr>
        <p:spPr>
          <a:xfrm>
            <a:off x="5406064" y="868478"/>
            <a:ext cx="657600" cy="515100"/>
          </a:xfrm>
          <a:prstGeom prst="parallelogram">
            <a:avLst>
              <a:gd fmla="val 25000" name="adj"/>
            </a:avLst>
          </a:prstGeom>
          <a:noFill/>
          <a:ln>
            <a:noFill/>
          </a:ln>
        </p:spPr>
      </p:sp>
      <p:sp>
        <p:nvSpPr>
          <p:cNvPr id="342" name="Google Shape;342;p24"/>
          <p:cNvSpPr/>
          <p:nvPr>
            <p:ph idx="6" type="pic"/>
          </p:nvPr>
        </p:nvSpPr>
        <p:spPr>
          <a:xfrm>
            <a:off x="5061306" y="1656719"/>
            <a:ext cx="575700" cy="575700"/>
          </a:xfrm>
          <a:prstGeom prst="pentagon">
            <a:avLst>
              <a:gd fmla="val 105146" name="hf"/>
              <a:gd fmla="val 110557" name="vf"/>
            </a:avLst>
          </a:prstGeom>
          <a:noFill/>
          <a:ln>
            <a:noFill/>
          </a:ln>
        </p:spPr>
      </p:sp>
      <p:sp>
        <p:nvSpPr>
          <p:cNvPr id="343" name="Google Shape;343;p24"/>
          <p:cNvSpPr/>
          <p:nvPr>
            <p:ph idx="7" type="pic"/>
          </p:nvPr>
        </p:nvSpPr>
        <p:spPr>
          <a:xfrm>
            <a:off x="3140485" y="813462"/>
            <a:ext cx="515100" cy="515100"/>
          </a:xfrm>
          <a:prstGeom prst="octagon">
            <a:avLst>
              <a:gd fmla="val 29289" name="adj"/>
            </a:avLst>
          </a:prstGeom>
          <a:noFill/>
          <a:ln>
            <a:noFill/>
          </a:ln>
        </p:spPr>
      </p:sp>
      <p:sp>
        <p:nvSpPr>
          <p:cNvPr id="344" name="Google Shape;344;p24"/>
          <p:cNvSpPr/>
          <p:nvPr>
            <p:ph idx="8" type="pic"/>
          </p:nvPr>
        </p:nvSpPr>
        <p:spPr>
          <a:xfrm>
            <a:off x="3044407" y="3311287"/>
            <a:ext cx="515100" cy="515100"/>
          </a:xfrm>
          <a:prstGeom prst="teardrop">
            <a:avLst>
              <a:gd fmla="val 100000" name="adj"/>
            </a:avLst>
          </a:prstGeom>
          <a:noFill/>
          <a:ln>
            <a:noFill/>
          </a:ln>
        </p:spPr>
      </p:sp>
      <p:sp>
        <p:nvSpPr>
          <p:cNvPr id="345" name="Google Shape;345;p24"/>
          <p:cNvSpPr/>
          <p:nvPr>
            <p:ph idx="9" type="pic"/>
          </p:nvPr>
        </p:nvSpPr>
        <p:spPr>
          <a:xfrm>
            <a:off x="5235484" y="2756837"/>
            <a:ext cx="657600" cy="515100"/>
          </a:xfrm>
          <a:prstGeom prst="parallelogram">
            <a:avLst>
              <a:gd fmla="val 25000" name="adj"/>
            </a:avLst>
          </a:prstGeom>
          <a:noFill/>
          <a:ln>
            <a:noFill/>
          </a:ln>
        </p:spPr>
      </p:sp>
      <p:sp>
        <p:nvSpPr>
          <p:cNvPr id="346" name="Google Shape;346;p24"/>
          <p:cNvSpPr/>
          <p:nvPr>
            <p:ph idx="13" type="pic"/>
          </p:nvPr>
        </p:nvSpPr>
        <p:spPr>
          <a:xfrm>
            <a:off x="3735019" y="2611064"/>
            <a:ext cx="575700" cy="575700"/>
          </a:xfrm>
          <a:prstGeom prst="pentagon">
            <a:avLst>
              <a:gd fmla="val 105146" name="hf"/>
              <a:gd fmla="val 110557" name="vf"/>
            </a:avLst>
          </a:prstGeom>
          <a:noFill/>
          <a:ln>
            <a:noFill/>
          </a:ln>
        </p:spPr>
      </p:sp>
      <p:sp>
        <p:nvSpPr>
          <p:cNvPr id="347" name="Google Shape;347;p24"/>
          <p:cNvSpPr/>
          <p:nvPr>
            <p:ph idx="14" type="pic"/>
          </p:nvPr>
        </p:nvSpPr>
        <p:spPr>
          <a:xfrm>
            <a:off x="5986712" y="1687037"/>
            <a:ext cx="657600" cy="515100"/>
          </a:xfrm>
          <a:prstGeom prst="parallelogram">
            <a:avLst>
              <a:gd fmla="val 25000" name="adj"/>
            </a:avLst>
          </a:prstGeom>
          <a:noFill/>
          <a:ln>
            <a:noFill/>
          </a:ln>
        </p:spPr>
      </p:sp>
      <p:sp>
        <p:nvSpPr>
          <p:cNvPr id="348" name="Google Shape;348;p24"/>
          <p:cNvSpPr/>
          <p:nvPr>
            <p:ph idx="15" type="pic"/>
          </p:nvPr>
        </p:nvSpPr>
        <p:spPr>
          <a:xfrm>
            <a:off x="5986700" y="3473305"/>
            <a:ext cx="575700" cy="575700"/>
          </a:xfrm>
          <a:prstGeom prst="pentagon">
            <a:avLst>
              <a:gd fmla="val 105146" name="hf"/>
              <a:gd fmla="val 110557" name="vf"/>
            </a:avLst>
          </a:prstGeom>
          <a:noFill/>
          <a:ln>
            <a:noFill/>
          </a:ln>
        </p:spPr>
      </p:sp>
      <p:sp>
        <p:nvSpPr>
          <p:cNvPr id="349" name="Google Shape;349;p24"/>
          <p:cNvSpPr/>
          <p:nvPr>
            <p:ph idx="16" type="pic"/>
          </p:nvPr>
        </p:nvSpPr>
        <p:spPr>
          <a:xfrm>
            <a:off x="2182387" y="2641378"/>
            <a:ext cx="627900" cy="515100"/>
          </a:xfrm>
          <a:prstGeom prst="trapezoid">
            <a:avLst>
              <a:gd fmla="val 12350" name="adj"/>
            </a:avLst>
          </a:prstGeom>
          <a:noFill/>
          <a:ln>
            <a:noFill/>
          </a:ln>
        </p:spPr>
      </p:sp>
      <p:sp>
        <p:nvSpPr>
          <p:cNvPr id="350" name="Google Shape;350;p24"/>
          <p:cNvSpPr/>
          <p:nvPr>
            <p:ph idx="17" type="pic"/>
          </p:nvPr>
        </p:nvSpPr>
        <p:spPr>
          <a:xfrm>
            <a:off x="2571711" y="1675003"/>
            <a:ext cx="657600" cy="515100"/>
          </a:xfrm>
          <a:prstGeom prst="parallelogram">
            <a:avLst>
              <a:gd fmla="val 25000" name="adj"/>
            </a:avLst>
          </a:prstGeom>
          <a:noFill/>
          <a:ln>
            <a:noFill/>
          </a:ln>
        </p:spPr>
      </p:sp>
      <p:sp>
        <p:nvSpPr>
          <p:cNvPr id="351" name="Google Shape;351;p24"/>
          <p:cNvSpPr/>
          <p:nvPr>
            <p:ph idx="18" type="pic"/>
          </p:nvPr>
        </p:nvSpPr>
        <p:spPr>
          <a:xfrm>
            <a:off x="6778204" y="2796165"/>
            <a:ext cx="515100" cy="515100"/>
          </a:xfrm>
          <a:prstGeom prst="teardrop">
            <a:avLst>
              <a:gd fmla="val 100000" name="adj"/>
            </a:avLst>
          </a:prstGeom>
          <a:noFill/>
          <a:ln>
            <a:noFill/>
          </a:ln>
        </p:spPr>
      </p:sp>
      <p:sp>
        <p:nvSpPr>
          <p:cNvPr id="352" name="Google Shape;352;p24"/>
          <p:cNvSpPr/>
          <p:nvPr>
            <p:ph idx="19" type="pic"/>
          </p:nvPr>
        </p:nvSpPr>
        <p:spPr>
          <a:xfrm>
            <a:off x="4459150" y="3447212"/>
            <a:ext cx="627900" cy="627900"/>
          </a:xfrm>
          <a:prstGeom prst="diamond">
            <a:avLst/>
          </a:prstGeom>
          <a:noFill/>
          <a:ln>
            <a:noFill/>
          </a:ln>
        </p:spPr>
      </p:sp>
      <p:sp>
        <p:nvSpPr>
          <p:cNvPr id="353" name="Google Shape;353;p24"/>
          <p:cNvSpPr txBox="1"/>
          <p:nvPr>
            <p:ph idx="1" type="subTitle"/>
          </p:nvPr>
        </p:nvSpPr>
        <p:spPr>
          <a:xfrm>
            <a:off x="347550" y="2132450"/>
            <a:ext cx="1429200" cy="32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Work Sans"/>
              <a:buNone/>
              <a:defRPr sz="11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4" name="Google Shape;354;p24"/>
          <p:cNvSpPr txBox="1"/>
          <p:nvPr>
            <p:ph idx="20" type="subTitle"/>
          </p:nvPr>
        </p:nvSpPr>
        <p:spPr>
          <a:xfrm>
            <a:off x="7714800" y="2132450"/>
            <a:ext cx="1429200" cy="32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Work Sans"/>
              <a:buNone/>
              <a:defRPr sz="11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5" name="Google Shape;355;p24"/>
          <p:cNvSpPr txBox="1"/>
          <p:nvPr>
            <p:ph idx="21" type="subTitle"/>
          </p:nvPr>
        </p:nvSpPr>
        <p:spPr>
          <a:xfrm>
            <a:off x="4059250" y="4459925"/>
            <a:ext cx="1429200" cy="32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Work Sans"/>
              <a:buNone/>
              <a:defRPr sz="11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6" name="Google Shape;356;p24"/>
          <p:cNvSpPr txBox="1"/>
          <p:nvPr>
            <p:ph idx="22" type="subTitle"/>
          </p:nvPr>
        </p:nvSpPr>
        <p:spPr>
          <a:xfrm>
            <a:off x="4059250" y="436775"/>
            <a:ext cx="1429200" cy="325200"/>
          </a:xfrm>
          <a:prstGeom prst="rect">
            <a:avLst/>
          </a:prstGeom>
        </p:spPr>
        <p:txBody>
          <a:bodyPr anchorCtr="0" anchor="ctr" bIns="91425" lIns="91425" spcFirstLastPara="1" rIns="91425" wrap="square" tIns="91425">
            <a:noAutofit/>
          </a:bodyPr>
          <a:lstStyle>
            <a:lvl1pPr lvl="0" algn="ctr">
              <a:spcBef>
                <a:spcPts val="0"/>
              </a:spcBef>
              <a:spcAft>
                <a:spcPts val="0"/>
              </a:spcAft>
              <a:buSzPts val="1100"/>
              <a:buFont typeface="Work Sans"/>
              <a:buNone/>
              <a:defRPr sz="1100">
                <a:latin typeface="Work Sans"/>
                <a:ea typeface="Work Sans"/>
                <a:cs typeface="Work Sans"/>
                <a:sym typeface="Work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57" name="Google Shape;357;p24"/>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4"/>
          <p:cNvSpPr txBox="1"/>
          <p:nvPr>
            <p:ph idx="23"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59" name="Google Shape;359;p24"/>
          <p:cNvSpPr txBox="1"/>
          <p:nvPr>
            <p:ph idx="24"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60" name="Google Shape;360;p24"/>
          <p:cNvSpPr txBox="1"/>
          <p:nvPr>
            <p:ph idx="25"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2_1_1_1_1_1_2_1_2_1_1_1">
    <p:spTree>
      <p:nvGrpSpPr>
        <p:cNvPr id="361" name="Shape 361"/>
        <p:cNvGrpSpPr/>
        <p:nvPr/>
      </p:nvGrpSpPr>
      <p:grpSpPr>
        <a:xfrm>
          <a:off x="0" y="0"/>
          <a:ext cx="0" cy="0"/>
          <a:chOff x="0" y="0"/>
          <a:chExt cx="0" cy="0"/>
        </a:xfrm>
      </p:grpSpPr>
      <p:sp>
        <p:nvSpPr>
          <p:cNvPr id="362" name="Google Shape;362;p25"/>
          <p:cNvSpPr txBox="1"/>
          <p:nvPr>
            <p:ph type="title"/>
          </p:nvPr>
        </p:nvSpPr>
        <p:spPr>
          <a:xfrm>
            <a:off x="488375" y="208325"/>
            <a:ext cx="3591900" cy="78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sz="1800">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sp>
        <p:nvSpPr>
          <p:cNvPr id="363" name="Google Shape;363;p25"/>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5"/>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65" name="Google Shape;365;p25"/>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66" name="Google Shape;366;p25"/>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hoto 1">
  <p:cSld name="CUSTOM_2_1_1_1_1_1_2_1_2_1_1_1_1">
    <p:spTree>
      <p:nvGrpSpPr>
        <p:cNvPr id="367" name="Shape 367"/>
        <p:cNvGrpSpPr/>
        <p:nvPr/>
      </p:nvGrpSpPr>
      <p:grpSpPr>
        <a:xfrm>
          <a:off x="0" y="0"/>
          <a:ext cx="0" cy="0"/>
          <a:chOff x="0" y="0"/>
          <a:chExt cx="0" cy="0"/>
        </a:xfrm>
      </p:grpSpPr>
      <p:sp>
        <p:nvSpPr>
          <p:cNvPr id="368" name="Google Shape;368;p26"/>
          <p:cNvSpPr/>
          <p:nvPr>
            <p:ph idx="2" type="pic"/>
          </p:nvPr>
        </p:nvSpPr>
        <p:spPr>
          <a:xfrm>
            <a:off x="689875" y="185050"/>
            <a:ext cx="8111950" cy="4786950"/>
          </a:xfrm>
          <a:prstGeom prst="flowChartPreparation">
            <a:avLst/>
          </a:prstGeom>
          <a:noFill/>
          <a:ln>
            <a:noFill/>
          </a:ln>
        </p:spPr>
      </p:sp>
      <p:sp>
        <p:nvSpPr>
          <p:cNvPr id="369" name="Google Shape;369;p26"/>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6"/>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1" name="Google Shape;371;p26"/>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2" name="Google Shape;372;p26"/>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hoto 2">
  <p:cSld name="CUSTOM_11">
    <p:spTree>
      <p:nvGrpSpPr>
        <p:cNvPr id="373" name="Shape 373"/>
        <p:cNvGrpSpPr/>
        <p:nvPr/>
      </p:nvGrpSpPr>
      <p:grpSpPr>
        <a:xfrm>
          <a:off x="0" y="0"/>
          <a:ext cx="0" cy="0"/>
          <a:chOff x="0" y="0"/>
          <a:chExt cx="0" cy="0"/>
        </a:xfrm>
      </p:grpSpPr>
      <p:sp>
        <p:nvSpPr>
          <p:cNvPr id="374" name="Google Shape;374;p27"/>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7"/>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6" name="Google Shape;376;p27"/>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7" name="Google Shape;377;p27"/>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78" name="Google Shape;378;p27"/>
          <p:cNvSpPr/>
          <p:nvPr>
            <p:ph idx="4" type="pic"/>
          </p:nvPr>
        </p:nvSpPr>
        <p:spPr>
          <a:xfrm>
            <a:off x="843975" y="354000"/>
            <a:ext cx="7455900" cy="4449000"/>
          </a:xfrm>
          <a:prstGeom prst="trapezoid">
            <a:avLst>
              <a:gd fmla="val 25000" name="adj"/>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board &amp; stickers 1">
  <p:cSld name="CUSTOM_2_1_1_1_1_1_2_1_2_1_1_1_2">
    <p:spTree>
      <p:nvGrpSpPr>
        <p:cNvPr id="379" name="Shape 379"/>
        <p:cNvGrpSpPr/>
        <p:nvPr/>
      </p:nvGrpSpPr>
      <p:grpSpPr>
        <a:xfrm>
          <a:off x="0" y="0"/>
          <a:ext cx="0" cy="0"/>
          <a:chOff x="0" y="0"/>
          <a:chExt cx="0" cy="0"/>
        </a:xfrm>
      </p:grpSpPr>
      <p:sp>
        <p:nvSpPr>
          <p:cNvPr id="380" name="Google Shape;380;p28"/>
          <p:cNvSpPr txBox="1"/>
          <p:nvPr>
            <p:ph idx="1" type="subTitle"/>
          </p:nvPr>
        </p:nvSpPr>
        <p:spPr>
          <a:xfrm>
            <a:off x="698675" y="1292550"/>
            <a:ext cx="7746600" cy="2558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chemeClr val="dk1"/>
              </a:buClr>
              <a:buSzPts val="5600"/>
              <a:buNone/>
              <a:defRPr sz="56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81" name="Google Shape;381;p28"/>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8"/>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83" name="Google Shape;383;p28"/>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84" name="Google Shape;384;p28"/>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board &amp; stickers 2">
  <p:cSld name="CUSTOM_2_1_1_1_1_1_2_1_2_1_1_1_2_1">
    <p:spTree>
      <p:nvGrpSpPr>
        <p:cNvPr id="385" name="Shape 385"/>
        <p:cNvGrpSpPr/>
        <p:nvPr/>
      </p:nvGrpSpPr>
      <p:grpSpPr>
        <a:xfrm>
          <a:off x="0" y="0"/>
          <a:ext cx="0" cy="0"/>
          <a:chOff x="0" y="0"/>
          <a:chExt cx="0" cy="0"/>
        </a:xfrm>
      </p:grpSpPr>
      <p:sp>
        <p:nvSpPr>
          <p:cNvPr id="386" name="Google Shape;386;p29"/>
          <p:cNvSpPr txBox="1"/>
          <p:nvPr>
            <p:ph idx="1" type="subTitle"/>
          </p:nvPr>
        </p:nvSpPr>
        <p:spPr>
          <a:xfrm>
            <a:off x="698675" y="1292550"/>
            <a:ext cx="7746600" cy="2558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Clr>
                <a:schemeClr val="dk2"/>
              </a:buClr>
              <a:buSzPts val="5600"/>
              <a:buNone/>
              <a:defRPr sz="56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387" name="Google Shape;387;p29"/>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9"/>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89" name="Google Shape;389;p29"/>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90" name="Google Shape;390;p29"/>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board &amp; stickers 3">
  <p:cSld name="CUSTOM_2_1_1_1_1_1_2_1_2_1_1_1_2_1_1">
    <p:spTree>
      <p:nvGrpSpPr>
        <p:cNvPr id="391" name="Shape 391"/>
        <p:cNvGrpSpPr/>
        <p:nvPr/>
      </p:nvGrpSpPr>
      <p:grpSpPr>
        <a:xfrm>
          <a:off x="0" y="0"/>
          <a:ext cx="0" cy="0"/>
          <a:chOff x="0" y="0"/>
          <a:chExt cx="0" cy="0"/>
        </a:xfrm>
      </p:grpSpPr>
      <p:sp>
        <p:nvSpPr>
          <p:cNvPr id="392" name="Google Shape;392;p30"/>
          <p:cNvSpPr txBox="1"/>
          <p:nvPr>
            <p:ph idx="1" type="subTitle"/>
          </p:nvPr>
        </p:nvSpPr>
        <p:spPr>
          <a:xfrm>
            <a:off x="698675" y="1292550"/>
            <a:ext cx="7746600" cy="25584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5600"/>
              <a:buNone/>
              <a:defRPr sz="56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93" name="Google Shape;393;p30"/>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0"/>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95" name="Google Shape;395;p30"/>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396" name="Google Shape;396;p30"/>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extLst>
    <p:ext uri="{DCECCB84-F9BA-43D5-87BE-67443E8EF086}">
      <p15:sldGuideLst>
        <p15:guide id="1" pos="288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idea">
  <p:cSld name="CUSTOM_7">
    <p:spTree>
      <p:nvGrpSpPr>
        <p:cNvPr id="397" name="Shape 397"/>
        <p:cNvGrpSpPr/>
        <p:nvPr/>
      </p:nvGrpSpPr>
      <p:grpSpPr>
        <a:xfrm>
          <a:off x="0" y="0"/>
          <a:ext cx="0" cy="0"/>
          <a:chOff x="0" y="0"/>
          <a:chExt cx="0" cy="0"/>
        </a:xfrm>
      </p:grpSpPr>
      <p:sp>
        <p:nvSpPr>
          <p:cNvPr id="398" name="Google Shape;398;p31"/>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1"/>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0" name="Google Shape;400;p31"/>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1" name="Google Shape;401;p31"/>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2" name="Google Shape;402;p31"/>
          <p:cNvSpPr txBox="1"/>
          <p:nvPr>
            <p:ph idx="4" type="subTitle"/>
          </p:nvPr>
        </p:nvSpPr>
        <p:spPr>
          <a:xfrm>
            <a:off x="942150" y="315025"/>
            <a:ext cx="2263500" cy="82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03" name="Google Shape;403;p31"/>
          <p:cNvSpPr txBox="1"/>
          <p:nvPr>
            <p:ph idx="5" type="body"/>
          </p:nvPr>
        </p:nvSpPr>
        <p:spPr>
          <a:xfrm>
            <a:off x="942150" y="883725"/>
            <a:ext cx="2263500" cy="16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mp; photo">
  <p:cSld name="CUSTOM_8">
    <p:spTree>
      <p:nvGrpSpPr>
        <p:cNvPr id="404" name="Shape 404"/>
        <p:cNvGrpSpPr/>
        <p:nvPr/>
      </p:nvGrpSpPr>
      <p:grpSpPr>
        <a:xfrm>
          <a:off x="0" y="0"/>
          <a:ext cx="0" cy="0"/>
          <a:chOff x="0" y="0"/>
          <a:chExt cx="0" cy="0"/>
        </a:xfrm>
      </p:grpSpPr>
      <p:sp>
        <p:nvSpPr>
          <p:cNvPr id="405" name="Google Shape;405;p32"/>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2"/>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7" name="Google Shape;407;p32"/>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8" name="Google Shape;408;p32"/>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09" name="Google Shape;409;p32"/>
          <p:cNvSpPr txBox="1"/>
          <p:nvPr>
            <p:ph idx="4" type="subTitle"/>
          </p:nvPr>
        </p:nvSpPr>
        <p:spPr>
          <a:xfrm>
            <a:off x="942150" y="315025"/>
            <a:ext cx="2263500" cy="82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800"/>
              <a:buNone/>
              <a:defRPr>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410" name="Google Shape;410;p32"/>
          <p:cNvSpPr txBox="1"/>
          <p:nvPr>
            <p:ph idx="5" type="body"/>
          </p:nvPr>
        </p:nvSpPr>
        <p:spPr>
          <a:xfrm>
            <a:off x="942150" y="883725"/>
            <a:ext cx="2263500" cy="16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11" name="Google Shape;411;p32"/>
          <p:cNvSpPr/>
          <p:nvPr/>
        </p:nvSpPr>
        <p:spPr>
          <a:xfrm>
            <a:off x="1062075" y="2488750"/>
            <a:ext cx="2510100" cy="2447100"/>
          </a:xfrm>
          <a:prstGeom prst="heptagon">
            <a:avLst>
              <a:gd fmla="val 102572" name="hf"/>
              <a:gd fmla="val 105210" name="vf"/>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2" name="Google Shape;412;p32"/>
          <p:cNvSpPr/>
          <p:nvPr>
            <p:ph idx="6" type="pic"/>
          </p:nvPr>
        </p:nvSpPr>
        <p:spPr>
          <a:xfrm rot="150">
            <a:off x="3334012" y="-655978"/>
            <a:ext cx="6888300" cy="4695900"/>
          </a:xfrm>
          <a:prstGeom prst="ellipse">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9">
    <p:spTree>
      <p:nvGrpSpPr>
        <p:cNvPr id="413" name="Shape 413"/>
        <p:cNvGrpSpPr/>
        <p:nvPr/>
      </p:nvGrpSpPr>
      <p:grpSpPr>
        <a:xfrm>
          <a:off x="0" y="0"/>
          <a:ext cx="0" cy="0"/>
          <a:chOff x="0" y="0"/>
          <a:chExt cx="0" cy="0"/>
        </a:xfrm>
      </p:grpSpPr>
      <p:sp>
        <p:nvSpPr>
          <p:cNvPr id="414" name="Google Shape;414;p33"/>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3"/>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16" name="Google Shape;416;p33"/>
          <p:cNvSpPr txBox="1"/>
          <p:nvPr>
            <p:ph idx="2"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17" name="Google Shape;417;p33"/>
          <p:cNvSpPr txBox="1"/>
          <p:nvPr>
            <p:ph idx="3"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18" name="Google Shape;418;p33"/>
          <p:cNvSpPr txBox="1"/>
          <p:nvPr>
            <p:ph type="title"/>
          </p:nvPr>
        </p:nvSpPr>
        <p:spPr>
          <a:xfrm>
            <a:off x="942150" y="84350"/>
            <a:ext cx="7265100" cy="1814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600"/>
              <a:buNone/>
              <a:defRPr>
                <a:solidFill>
                  <a:schemeClr val="lt1"/>
                </a:solidFill>
              </a:defRPr>
            </a:lvl1pPr>
            <a:lvl2pPr lvl="1">
              <a:spcBef>
                <a:spcPts val="0"/>
              </a:spcBef>
              <a:spcAft>
                <a:spcPts val="0"/>
              </a:spcAft>
              <a:buClr>
                <a:schemeClr val="lt1"/>
              </a:buClr>
              <a:buSzPts val="5600"/>
              <a:buNone/>
              <a:defRPr>
                <a:solidFill>
                  <a:schemeClr val="lt1"/>
                </a:solidFill>
              </a:defRPr>
            </a:lvl2pPr>
            <a:lvl3pPr lvl="2">
              <a:spcBef>
                <a:spcPts val="0"/>
              </a:spcBef>
              <a:spcAft>
                <a:spcPts val="0"/>
              </a:spcAft>
              <a:buClr>
                <a:schemeClr val="lt1"/>
              </a:buClr>
              <a:buSzPts val="5600"/>
              <a:buNone/>
              <a:defRPr>
                <a:solidFill>
                  <a:schemeClr val="lt1"/>
                </a:solidFill>
              </a:defRPr>
            </a:lvl3pPr>
            <a:lvl4pPr lvl="3">
              <a:spcBef>
                <a:spcPts val="0"/>
              </a:spcBef>
              <a:spcAft>
                <a:spcPts val="0"/>
              </a:spcAft>
              <a:buClr>
                <a:schemeClr val="lt1"/>
              </a:buClr>
              <a:buSzPts val="5600"/>
              <a:buNone/>
              <a:defRPr>
                <a:solidFill>
                  <a:schemeClr val="lt1"/>
                </a:solidFill>
              </a:defRPr>
            </a:lvl4pPr>
            <a:lvl5pPr lvl="4">
              <a:spcBef>
                <a:spcPts val="0"/>
              </a:spcBef>
              <a:spcAft>
                <a:spcPts val="0"/>
              </a:spcAft>
              <a:buClr>
                <a:schemeClr val="lt1"/>
              </a:buClr>
              <a:buSzPts val="5600"/>
              <a:buNone/>
              <a:defRPr>
                <a:solidFill>
                  <a:schemeClr val="lt1"/>
                </a:solidFill>
              </a:defRPr>
            </a:lvl5pPr>
            <a:lvl6pPr lvl="5">
              <a:spcBef>
                <a:spcPts val="0"/>
              </a:spcBef>
              <a:spcAft>
                <a:spcPts val="0"/>
              </a:spcAft>
              <a:buClr>
                <a:schemeClr val="lt1"/>
              </a:buClr>
              <a:buSzPts val="5600"/>
              <a:buNone/>
              <a:defRPr>
                <a:solidFill>
                  <a:schemeClr val="lt1"/>
                </a:solidFill>
              </a:defRPr>
            </a:lvl6pPr>
            <a:lvl7pPr lvl="6">
              <a:spcBef>
                <a:spcPts val="0"/>
              </a:spcBef>
              <a:spcAft>
                <a:spcPts val="0"/>
              </a:spcAft>
              <a:buClr>
                <a:schemeClr val="lt1"/>
              </a:buClr>
              <a:buSzPts val="5600"/>
              <a:buNone/>
              <a:defRPr>
                <a:solidFill>
                  <a:schemeClr val="lt1"/>
                </a:solidFill>
              </a:defRPr>
            </a:lvl7pPr>
            <a:lvl8pPr lvl="7">
              <a:spcBef>
                <a:spcPts val="0"/>
              </a:spcBef>
              <a:spcAft>
                <a:spcPts val="0"/>
              </a:spcAft>
              <a:buClr>
                <a:schemeClr val="lt1"/>
              </a:buClr>
              <a:buSzPts val="5600"/>
              <a:buNone/>
              <a:defRPr>
                <a:solidFill>
                  <a:schemeClr val="lt1"/>
                </a:solidFill>
              </a:defRPr>
            </a:lvl8pPr>
            <a:lvl9pPr lvl="8">
              <a:spcBef>
                <a:spcPts val="0"/>
              </a:spcBef>
              <a:spcAft>
                <a:spcPts val="0"/>
              </a:spcAft>
              <a:buClr>
                <a:schemeClr val="lt1"/>
              </a:buClr>
              <a:buSzPts val="5600"/>
              <a:buNone/>
              <a:defRPr>
                <a:solidFill>
                  <a:schemeClr val="lt1"/>
                </a:solidFill>
              </a:defRPr>
            </a:lvl9pPr>
          </a:lstStyle>
          <a:p/>
        </p:txBody>
      </p:sp>
      <p:sp>
        <p:nvSpPr>
          <p:cNvPr id="419" name="Google Shape;419;p33"/>
          <p:cNvSpPr txBox="1"/>
          <p:nvPr>
            <p:ph idx="4" type="body"/>
          </p:nvPr>
        </p:nvSpPr>
        <p:spPr>
          <a:xfrm>
            <a:off x="942150" y="1604200"/>
            <a:ext cx="4407000" cy="31332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p:cSld name="CUSTOM_10">
    <p:spTree>
      <p:nvGrpSpPr>
        <p:cNvPr id="420" name="Shape 420"/>
        <p:cNvGrpSpPr/>
        <p:nvPr/>
      </p:nvGrpSpPr>
      <p:grpSpPr>
        <a:xfrm>
          <a:off x="0" y="0"/>
          <a:ext cx="0" cy="0"/>
          <a:chOff x="0" y="0"/>
          <a:chExt cx="0" cy="0"/>
        </a:xfrm>
      </p:grpSpPr>
      <p:sp>
        <p:nvSpPr>
          <p:cNvPr id="421" name="Google Shape;421;p34"/>
          <p:cNvSpPr/>
          <p:nvPr>
            <p:ph idx="2" type="pic"/>
          </p:nvPr>
        </p:nvSpPr>
        <p:spPr>
          <a:xfrm>
            <a:off x="580725" y="1856050"/>
            <a:ext cx="1321800" cy="1292400"/>
          </a:xfrm>
          <a:prstGeom prst="round1Rect">
            <a:avLst>
              <a:gd fmla="val 50000" name="adj"/>
            </a:avLst>
          </a:prstGeom>
          <a:noFill/>
          <a:ln>
            <a:noFill/>
          </a:ln>
        </p:spPr>
      </p:sp>
      <p:sp>
        <p:nvSpPr>
          <p:cNvPr id="422" name="Google Shape;422;p34"/>
          <p:cNvSpPr/>
          <p:nvPr>
            <p:ph idx="3" type="pic"/>
          </p:nvPr>
        </p:nvSpPr>
        <p:spPr>
          <a:xfrm>
            <a:off x="580725" y="3440225"/>
            <a:ext cx="1392900" cy="1292400"/>
          </a:xfrm>
          <a:prstGeom prst="chord">
            <a:avLst>
              <a:gd fmla="val 2700000" name="adj1"/>
              <a:gd fmla="val 20217993" name="adj2"/>
            </a:avLst>
          </a:prstGeom>
          <a:noFill/>
          <a:ln>
            <a:noFill/>
          </a:ln>
        </p:spPr>
      </p:sp>
      <p:sp>
        <p:nvSpPr>
          <p:cNvPr id="423" name="Google Shape;423;p34"/>
          <p:cNvSpPr/>
          <p:nvPr>
            <p:ph idx="4" type="pic"/>
          </p:nvPr>
        </p:nvSpPr>
        <p:spPr>
          <a:xfrm>
            <a:off x="7214900" y="3440300"/>
            <a:ext cx="1570200" cy="1292400"/>
          </a:xfrm>
          <a:prstGeom prst="roundRect">
            <a:avLst>
              <a:gd fmla="val 16667" name="adj"/>
            </a:avLst>
          </a:prstGeom>
          <a:noFill/>
          <a:ln>
            <a:noFill/>
          </a:ln>
        </p:spPr>
      </p:sp>
      <p:sp>
        <p:nvSpPr>
          <p:cNvPr id="424" name="Google Shape;424;p34"/>
          <p:cNvSpPr/>
          <p:nvPr>
            <p:ph idx="5" type="pic"/>
          </p:nvPr>
        </p:nvSpPr>
        <p:spPr>
          <a:xfrm>
            <a:off x="1937675" y="3433025"/>
            <a:ext cx="5030100" cy="1292400"/>
          </a:xfrm>
          <a:prstGeom prst="trapezoid">
            <a:avLst>
              <a:gd fmla="val 25000" name="adj"/>
            </a:avLst>
          </a:prstGeom>
          <a:noFill/>
          <a:ln>
            <a:noFill/>
          </a:ln>
        </p:spPr>
      </p:sp>
      <p:sp>
        <p:nvSpPr>
          <p:cNvPr id="425" name="Google Shape;425;p34"/>
          <p:cNvSpPr/>
          <p:nvPr>
            <p:ph idx="6" type="pic"/>
          </p:nvPr>
        </p:nvSpPr>
        <p:spPr>
          <a:xfrm>
            <a:off x="3858025" y="1856050"/>
            <a:ext cx="4927200" cy="1292400"/>
          </a:xfrm>
          <a:prstGeom prst="ellipse">
            <a:avLst/>
          </a:prstGeom>
          <a:noFill/>
          <a:ln>
            <a:noFill/>
          </a:ln>
        </p:spPr>
      </p:sp>
      <p:sp>
        <p:nvSpPr>
          <p:cNvPr id="426" name="Google Shape;426;p34"/>
          <p:cNvSpPr/>
          <p:nvPr>
            <p:ph idx="7" type="pic"/>
          </p:nvPr>
        </p:nvSpPr>
        <p:spPr>
          <a:xfrm>
            <a:off x="2165350" y="1856050"/>
            <a:ext cx="1430100" cy="1292400"/>
          </a:xfrm>
          <a:prstGeom prst="hexagon">
            <a:avLst>
              <a:gd fmla="val 25000" name="adj"/>
              <a:gd fmla="val 115470" name="vf"/>
            </a:avLst>
          </a:prstGeom>
          <a:noFill/>
          <a:ln>
            <a:noFill/>
          </a:ln>
        </p:spPr>
      </p:sp>
      <p:sp>
        <p:nvSpPr>
          <p:cNvPr id="427" name="Google Shape;427;p34"/>
          <p:cNvSpPr/>
          <p:nvPr>
            <p:ph idx="8" type="pic"/>
          </p:nvPr>
        </p:nvSpPr>
        <p:spPr>
          <a:xfrm>
            <a:off x="7492700" y="233225"/>
            <a:ext cx="1292400" cy="1292400"/>
          </a:xfrm>
          <a:prstGeom prst="teardrop">
            <a:avLst>
              <a:gd fmla="val 100000" name="adj"/>
            </a:avLst>
          </a:prstGeom>
          <a:noFill/>
          <a:ln>
            <a:noFill/>
          </a:ln>
        </p:spPr>
      </p:sp>
      <p:sp>
        <p:nvSpPr>
          <p:cNvPr id="428" name="Google Shape;428;p34"/>
          <p:cNvSpPr/>
          <p:nvPr>
            <p:ph idx="9" type="pic"/>
          </p:nvPr>
        </p:nvSpPr>
        <p:spPr>
          <a:xfrm>
            <a:off x="610250" y="271775"/>
            <a:ext cx="6838800" cy="1292400"/>
          </a:xfrm>
          <a:prstGeom prst="parallelogram">
            <a:avLst>
              <a:gd fmla="val 25000" name="adj"/>
            </a:avLst>
          </a:prstGeom>
          <a:noFill/>
          <a:ln>
            <a:noFill/>
          </a:ln>
        </p:spPr>
      </p:sp>
      <p:sp>
        <p:nvSpPr>
          <p:cNvPr id="429" name="Google Shape;429;p34"/>
          <p:cNvSpPr/>
          <p:nvPr/>
        </p:nvSpPr>
        <p:spPr>
          <a:xfrm>
            <a:off x="100" y="0"/>
            <a:ext cx="3474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4"/>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31" name="Google Shape;431;p34"/>
          <p:cNvSpPr txBox="1"/>
          <p:nvPr>
            <p:ph idx="1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32" name="Google Shape;432;p34"/>
          <p:cNvSpPr txBox="1"/>
          <p:nvPr>
            <p:ph idx="1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33" name="Google Shape;433;p34"/>
          <p:cNvSpPr txBox="1"/>
          <p:nvPr>
            <p:ph idx="15" type="body"/>
          </p:nvPr>
        </p:nvSpPr>
        <p:spPr>
          <a:xfrm>
            <a:off x="610250" y="1525625"/>
            <a:ext cx="65151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4" name="Google Shape;434;p34"/>
          <p:cNvSpPr txBox="1"/>
          <p:nvPr>
            <p:ph idx="16" type="body"/>
          </p:nvPr>
        </p:nvSpPr>
        <p:spPr>
          <a:xfrm>
            <a:off x="7509425" y="1525625"/>
            <a:ext cx="12924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5" name="Google Shape;435;p34"/>
          <p:cNvSpPr txBox="1"/>
          <p:nvPr>
            <p:ph idx="17" type="body"/>
          </p:nvPr>
        </p:nvSpPr>
        <p:spPr>
          <a:xfrm>
            <a:off x="580725" y="3148450"/>
            <a:ext cx="12924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6" name="Google Shape;436;p34"/>
          <p:cNvSpPr txBox="1"/>
          <p:nvPr>
            <p:ph idx="18" type="body"/>
          </p:nvPr>
        </p:nvSpPr>
        <p:spPr>
          <a:xfrm>
            <a:off x="2165400" y="3148450"/>
            <a:ext cx="14301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7" name="Google Shape;437;p34"/>
          <p:cNvSpPr txBox="1"/>
          <p:nvPr>
            <p:ph idx="19" type="body"/>
          </p:nvPr>
        </p:nvSpPr>
        <p:spPr>
          <a:xfrm>
            <a:off x="3858025" y="3148450"/>
            <a:ext cx="49437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8" name="Google Shape;438;p34"/>
          <p:cNvSpPr txBox="1"/>
          <p:nvPr>
            <p:ph idx="20" type="body"/>
          </p:nvPr>
        </p:nvSpPr>
        <p:spPr>
          <a:xfrm>
            <a:off x="1937675" y="4725425"/>
            <a:ext cx="50301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39" name="Google Shape;439;p34"/>
          <p:cNvSpPr txBox="1"/>
          <p:nvPr>
            <p:ph idx="21" type="body"/>
          </p:nvPr>
        </p:nvSpPr>
        <p:spPr>
          <a:xfrm>
            <a:off x="610250" y="4725425"/>
            <a:ext cx="12630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
        <p:nvSpPr>
          <p:cNvPr id="440" name="Google Shape;440;p34"/>
          <p:cNvSpPr txBox="1"/>
          <p:nvPr>
            <p:ph idx="22" type="body"/>
          </p:nvPr>
        </p:nvSpPr>
        <p:spPr>
          <a:xfrm>
            <a:off x="7214900" y="4725425"/>
            <a:ext cx="1587000" cy="3651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Font typeface="Work Sans Medium"/>
              <a:buChar char="●"/>
              <a:defRPr sz="900">
                <a:latin typeface="Work Sans Medium"/>
                <a:ea typeface="Work Sans Medium"/>
                <a:cs typeface="Work Sans Medium"/>
                <a:sym typeface="Work Sans Medium"/>
              </a:defRPr>
            </a:lvl1pPr>
            <a:lvl2pPr indent="-285750" lvl="1" marL="914400" algn="ctr">
              <a:spcBef>
                <a:spcPts val="0"/>
              </a:spcBef>
              <a:spcAft>
                <a:spcPts val="0"/>
              </a:spcAft>
              <a:buSzPts val="900"/>
              <a:buFont typeface="Work Sans Medium"/>
              <a:buChar char="○"/>
              <a:defRPr sz="900">
                <a:latin typeface="Work Sans Medium"/>
                <a:ea typeface="Work Sans Medium"/>
                <a:cs typeface="Work Sans Medium"/>
                <a:sym typeface="Work Sans Medium"/>
              </a:defRPr>
            </a:lvl2pPr>
            <a:lvl3pPr indent="-285750" lvl="2" marL="1371600" algn="ctr">
              <a:spcBef>
                <a:spcPts val="0"/>
              </a:spcBef>
              <a:spcAft>
                <a:spcPts val="0"/>
              </a:spcAft>
              <a:buSzPts val="900"/>
              <a:buFont typeface="Work Sans Medium"/>
              <a:buChar char="■"/>
              <a:defRPr sz="900">
                <a:latin typeface="Work Sans Medium"/>
                <a:ea typeface="Work Sans Medium"/>
                <a:cs typeface="Work Sans Medium"/>
                <a:sym typeface="Work Sans Medium"/>
              </a:defRPr>
            </a:lvl3pPr>
            <a:lvl4pPr indent="-285750" lvl="3" marL="1828800" algn="ctr">
              <a:spcBef>
                <a:spcPts val="0"/>
              </a:spcBef>
              <a:spcAft>
                <a:spcPts val="0"/>
              </a:spcAft>
              <a:buSzPts val="900"/>
              <a:buFont typeface="Work Sans Medium"/>
              <a:buChar char="●"/>
              <a:defRPr sz="900">
                <a:latin typeface="Work Sans Medium"/>
                <a:ea typeface="Work Sans Medium"/>
                <a:cs typeface="Work Sans Medium"/>
                <a:sym typeface="Work Sans Medium"/>
              </a:defRPr>
            </a:lvl4pPr>
            <a:lvl5pPr indent="-285750" lvl="4" marL="2286000" algn="ctr">
              <a:spcBef>
                <a:spcPts val="0"/>
              </a:spcBef>
              <a:spcAft>
                <a:spcPts val="0"/>
              </a:spcAft>
              <a:buSzPts val="900"/>
              <a:buFont typeface="Work Sans Medium"/>
              <a:buChar char="○"/>
              <a:defRPr sz="900">
                <a:latin typeface="Work Sans Medium"/>
                <a:ea typeface="Work Sans Medium"/>
                <a:cs typeface="Work Sans Medium"/>
                <a:sym typeface="Work Sans Medium"/>
              </a:defRPr>
            </a:lvl5pPr>
            <a:lvl6pPr indent="-285750" lvl="5" marL="2743200" algn="ctr">
              <a:spcBef>
                <a:spcPts val="0"/>
              </a:spcBef>
              <a:spcAft>
                <a:spcPts val="0"/>
              </a:spcAft>
              <a:buSzPts val="900"/>
              <a:buFont typeface="Work Sans Medium"/>
              <a:buChar char="■"/>
              <a:defRPr sz="900">
                <a:latin typeface="Work Sans Medium"/>
                <a:ea typeface="Work Sans Medium"/>
                <a:cs typeface="Work Sans Medium"/>
                <a:sym typeface="Work Sans Medium"/>
              </a:defRPr>
            </a:lvl6pPr>
            <a:lvl7pPr indent="-285750" lvl="6" marL="3200400" algn="ctr">
              <a:spcBef>
                <a:spcPts val="0"/>
              </a:spcBef>
              <a:spcAft>
                <a:spcPts val="0"/>
              </a:spcAft>
              <a:buSzPts val="900"/>
              <a:buFont typeface="Work Sans Medium"/>
              <a:buChar char="●"/>
              <a:defRPr sz="900">
                <a:latin typeface="Work Sans Medium"/>
                <a:ea typeface="Work Sans Medium"/>
                <a:cs typeface="Work Sans Medium"/>
                <a:sym typeface="Work Sans Medium"/>
              </a:defRPr>
            </a:lvl7pPr>
            <a:lvl8pPr indent="-285750" lvl="7" marL="3657600" algn="ctr">
              <a:spcBef>
                <a:spcPts val="0"/>
              </a:spcBef>
              <a:spcAft>
                <a:spcPts val="0"/>
              </a:spcAft>
              <a:buSzPts val="900"/>
              <a:buFont typeface="Work Sans Medium"/>
              <a:buChar char="○"/>
              <a:defRPr sz="900">
                <a:latin typeface="Work Sans Medium"/>
                <a:ea typeface="Work Sans Medium"/>
                <a:cs typeface="Work Sans Medium"/>
                <a:sym typeface="Work Sans Medium"/>
              </a:defRPr>
            </a:lvl8pPr>
            <a:lvl9pPr indent="-285750" lvl="8" marL="4114800" algn="ctr">
              <a:spcBef>
                <a:spcPts val="0"/>
              </a:spcBef>
              <a:spcAft>
                <a:spcPts val="0"/>
              </a:spcAft>
              <a:buSzPts val="900"/>
              <a:buFont typeface="Work Sans Medium"/>
              <a:buChar char="■"/>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allery 2">
  <p:cSld name="CUSTOM_12">
    <p:spTree>
      <p:nvGrpSpPr>
        <p:cNvPr id="441" name="Shape 441"/>
        <p:cNvGrpSpPr/>
        <p:nvPr/>
      </p:nvGrpSpPr>
      <p:grpSpPr>
        <a:xfrm>
          <a:off x="0" y="0"/>
          <a:ext cx="0" cy="0"/>
          <a:chOff x="0" y="0"/>
          <a:chExt cx="0" cy="0"/>
        </a:xfrm>
      </p:grpSpPr>
      <p:sp>
        <p:nvSpPr>
          <p:cNvPr id="442" name="Google Shape;442;p35"/>
          <p:cNvSpPr/>
          <p:nvPr>
            <p:ph idx="2" type="pic"/>
          </p:nvPr>
        </p:nvSpPr>
        <p:spPr>
          <a:xfrm>
            <a:off x="1300175" y="354000"/>
            <a:ext cx="4204800" cy="2957100"/>
          </a:xfrm>
          <a:prstGeom prst="parallelogram">
            <a:avLst>
              <a:gd fmla="val 41235" name="adj"/>
            </a:avLst>
          </a:prstGeom>
          <a:noFill/>
          <a:ln>
            <a:noFill/>
          </a:ln>
        </p:spPr>
      </p:sp>
      <p:sp>
        <p:nvSpPr>
          <p:cNvPr id="443" name="Google Shape;443;p35"/>
          <p:cNvSpPr/>
          <p:nvPr>
            <p:ph idx="3" type="pic"/>
          </p:nvPr>
        </p:nvSpPr>
        <p:spPr>
          <a:xfrm>
            <a:off x="4894175" y="354000"/>
            <a:ext cx="3907800" cy="1478400"/>
          </a:xfrm>
          <a:prstGeom prst="parallelogram">
            <a:avLst>
              <a:gd fmla="val 41235" name="adj"/>
            </a:avLst>
          </a:prstGeom>
          <a:noFill/>
          <a:ln>
            <a:noFill/>
          </a:ln>
        </p:spPr>
      </p:sp>
      <p:sp>
        <p:nvSpPr>
          <p:cNvPr id="444" name="Google Shape;444;p35"/>
          <p:cNvSpPr/>
          <p:nvPr>
            <p:ph idx="4" type="pic"/>
          </p:nvPr>
        </p:nvSpPr>
        <p:spPr>
          <a:xfrm>
            <a:off x="4280325" y="1832550"/>
            <a:ext cx="2579700" cy="1478400"/>
          </a:xfrm>
          <a:prstGeom prst="parallelogram">
            <a:avLst>
              <a:gd fmla="val 41235" name="adj"/>
            </a:avLst>
          </a:prstGeom>
          <a:noFill/>
          <a:ln>
            <a:noFill/>
          </a:ln>
        </p:spPr>
      </p:sp>
      <p:sp>
        <p:nvSpPr>
          <p:cNvPr id="445" name="Google Shape;445;p35"/>
          <p:cNvSpPr/>
          <p:nvPr>
            <p:ph idx="5" type="pic"/>
          </p:nvPr>
        </p:nvSpPr>
        <p:spPr>
          <a:xfrm>
            <a:off x="5660175" y="1832550"/>
            <a:ext cx="2537100" cy="2957100"/>
          </a:xfrm>
          <a:prstGeom prst="parallelogram">
            <a:avLst>
              <a:gd fmla="val 41235" name="adj"/>
            </a:avLst>
          </a:prstGeom>
          <a:noFill/>
          <a:ln>
            <a:noFill/>
          </a:ln>
        </p:spPr>
      </p:sp>
      <p:sp>
        <p:nvSpPr>
          <p:cNvPr id="446" name="Google Shape;446;p35"/>
          <p:cNvSpPr/>
          <p:nvPr>
            <p:ph idx="6" type="pic"/>
          </p:nvPr>
        </p:nvSpPr>
        <p:spPr>
          <a:xfrm>
            <a:off x="695350" y="3311100"/>
            <a:ext cx="5587500" cy="1478400"/>
          </a:xfrm>
          <a:prstGeom prst="parallelogram">
            <a:avLst>
              <a:gd fmla="val 41235" name="adj"/>
            </a:avLst>
          </a:prstGeom>
          <a:noFill/>
          <a:ln>
            <a:noFill/>
          </a:ln>
        </p:spPr>
      </p:sp>
      <p:sp>
        <p:nvSpPr>
          <p:cNvPr id="447" name="Google Shape;447;p35"/>
          <p:cNvSpPr/>
          <p:nvPr/>
        </p:nvSpPr>
        <p:spPr>
          <a:xfrm>
            <a:off x="100" y="0"/>
            <a:ext cx="347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5"/>
          <p:cNvSpPr txBox="1"/>
          <p:nvPr>
            <p:ph idx="1"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49" name="Google Shape;449;p35"/>
          <p:cNvSpPr txBox="1"/>
          <p:nvPr>
            <p:ph idx="7"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450" name="Google Shape;450;p35"/>
          <p:cNvSpPr txBox="1"/>
          <p:nvPr>
            <p:ph idx="8"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1" name="Shape 451"/>
        <p:cNvGrpSpPr/>
        <p:nvPr/>
      </p:nvGrpSpPr>
      <p:grpSpPr>
        <a:xfrm>
          <a:off x="0" y="0"/>
          <a:ext cx="0" cy="0"/>
          <a:chOff x="0" y="0"/>
          <a:chExt cx="0" cy="0"/>
        </a:xfrm>
      </p:grpSpPr>
      <p:sp>
        <p:nvSpPr>
          <p:cNvPr id="452" name="Google Shape;452;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453" name="Shape 453"/>
        <p:cNvGrpSpPr/>
        <p:nvPr/>
      </p:nvGrpSpPr>
      <p:grpSpPr>
        <a:xfrm>
          <a:off x="0" y="0"/>
          <a:ext cx="0" cy="0"/>
          <a:chOff x="0" y="0"/>
          <a:chExt cx="0" cy="0"/>
        </a:xfrm>
      </p:grpSpPr>
      <p:sp>
        <p:nvSpPr>
          <p:cNvPr id="454" name="Google Shape;454;p3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55" name="Google Shape;455;p3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456" name="Google Shape;45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57" name="Shape 457"/>
        <p:cNvGrpSpPr/>
        <p:nvPr/>
      </p:nvGrpSpPr>
      <p:grpSpPr>
        <a:xfrm>
          <a:off x="0" y="0"/>
          <a:ext cx="0" cy="0"/>
          <a:chOff x="0" y="0"/>
          <a:chExt cx="0" cy="0"/>
        </a:xfrm>
      </p:grpSpPr>
      <p:sp>
        <p:nvSpPr>
          <p:cNvPr id="458" name="Google Shape;458;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59" name="Google Shape;45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460" name="Shape 460"/>
        <p:cNvGrpSpPr/>
        <p:nvPr/>
      </p:nvGrpSpPr>
      <p:grpSpPr>
        <a:xfrm>
          <a:off x="0" y="0"/>
          <a:ext cx="0" cy="0"/>
          <a:chOff x="0" y="0"/>
          <a:chExt cx="0" cy="0"/>
        </a:xfrm>
      </p:grpSpPr>
      <p:sp>
        <p:nvSpPr>
          <p:cNvPr id="461" name="Google Shape;461;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62" name="Google Shape;462;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63" name="Google Shape;46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464" name="Shape 464"/>
        <p:cNvGrpSpPr/>
        <p:nvPr/>
      </p:nvGrpSpPr>
      <p:grpSpPr>
        <a:xfrm>
          <a:off x="0" y="0"/>
          <a:ext cx="0" cy="0"/>
          <a:chOff x="0" y="0"/>
          <a:chExt cx="0" cy="0"/>
        </a:xfrm>
      </p:grpSpPr>
      <p:sp>
        <p:nvSpPr>
          <p:cNvPr id="465" name="Google Shape;46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66" name="Google Shape;466;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7" name="Google Shape;467;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8" name="Google Shape;46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469" name="Shape 469"/>
        <p:cNvGrpSpPr/>
        <p:nvPr/>
      </p:nvGrpSpPr>
      <p:grpSpPr>
        <a:xfrm>
          <a:off x="0" y="0"/>
          <a:ext cx="0" cy="0"/>
          <a:chOff x="0" y="0"/>
          <a:chExt cx="0" cy="0"/>
        </a:xfrm>
      </p:grpSpPr>
      <p:sp>
        <p:nvSpPr>
          <p:cNvPr id="470" name="Google Shape;470;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71" name="Google Shape;47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472" name="Shape 472"/>
        <p:cNvGrpSpPr/>
        <p:nvPr/>
      </p:nvGrpSpPr>
      <p:grpSpPr>
        <a:xfrm>
          <a:off x="0" y="0"/>
          <a:ext cx="0" cy="0"/>
          <a:chOff x="0" y="0"/>
          <a:chExt cx="0" cy="0"/>
        </a:xfrm>
      </p:grpSpPr>
      <p:sp>
        <p:nvSpPr>
          <p:cNvPr id="473" name="Google Shape;473;p4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4" name="Google Shape;474;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75" name="Google Shape;475;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476" name="Shape 476"/>
        <p:cNvGrpSpPr/>
        <p:nvPr/>
      </p:nvGrpSpPr>
      <p:grpSpPr>
        <a:xfrm>
          <a:off x="0" y="0"/>
          <a:ext cx="0" cy="0"/>
          <a:chOff x="0" y="0"/>
          <a:chExt cx="0" cy="0"/>
        </a:xfrm>
      </p:grpSpPr>
      <p:sp>
        <p:nvSpPr>
          <p:cNvPr id="477" name="Google Shape;477;p4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78" name="Google Shape;47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79" name="Shape 479"/>
        <p:cNvGrpSpPr/>
        <p:nvPr/>
      </p:nvGrpSpPr>
      <p:grpSpPr>
        <a:xfrm>
          <a:off x="0" y="0"/>
          <a:ext cx="0" cy="0"/>
          <a:chOff x="0" y="0"/>
          <a:chExt cx="0" cy="0"/>
        </a:xfrm>
      </p:grpSpPr>
      <p:sp>
        <p:nvSpPr>
          <p:cNvPr id="480" name="Google Shape;480;p44"/>
          <p:cNvSpPr/>
          <p:nvPr/>
        </p:nvSpPr>
        <p:spPr>
          <a:xfrm>
            <a:off x="4572000" y="-125"/>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82" name="Google Shape;482;p4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83" name="Google Shape;483;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84" name="Google Shape;484;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85" name="Shape 485"/>
        <p:cNvGrpSpPr/>
        <p:nvPr/>
      </p:nvGrpSpPr>
      <p:grpSpPr>
        <a:xfrm>
          <a:off x="0" y="0"/>
          <a:ext cx="0" cy="0"/>
          <a:chOff x="0" y="0"/>
          <a:chExt cx="0" cy="0"/>
        </a:xfrm>
      </p:grpSpPr>
      <p:sp>
        <p:nvSpPr>
          <p:cNvPr id="486" name="Google Shape;486;p4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487" name="Google Shape;487;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88" name="Shape 488"/>
        <p:cNvGrpSpPr/>
        <p:nvPr/>
      </p:nvGrpSpPr>
      <p:grpSpPr>
        <a:xfrm>
          <a:off x="0" y="0"/>
          <a:ext cx="0" cy="0"/>
          <a:chOff x="0" y="0"/>
          <a:chExt cx="0" cy="0"/>
        </a:xfrm>
      </p:grpSpPr>
      <p:sp>
        <p:nvSpPr>
          <p:cNvPr id="489" name="Google Shape;489;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90" name="Google Shape;490;p4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491" name="Google Shape;491;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492" name="Shape 492"/>
        <p:cNvGrpSpPr/>
        <p:nvPr/>
      </p:nvGrpSpPr>
      <p:grpSpPr>
        <a:xfrm>
          <a:off x="0" y="0"/>
          <a:ext cx="0" cy="0"/>
          <a:chOff x="0" y="0"/>
          <a:chExt cx="0" cy="0"/>
        </a:xfrm>
      </p:grpSpPr>
      <p:sp>
        <p:nvSpPr>
          <p:cNvPr id="493" name="Google Shape;493;p4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494" name="Google Shape;494;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5" name="Google Shape;495;p4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6" name="Google Shape;496;p4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7" name="Google Shape;497;p4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8" name="Google Shape;498;p4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9" name="Google Shape;499;p4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0" name="Google Shape;500;p4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01" name="Shape 501"/>
        <p:cNvGrpSpPr/>
        <p:nvPr/>
      </p:nvGrpSpPr>
      <p:grpSpPr>
        <a:xfrm>
          <a:off x="0" y="0"/>
          <a:ext cx="0" cy="0"/>
          <a:chOff x="0" y="0"/>
          <a:chExt cx="0" cy="0"/>
        </a:xfrm>
      </p:grpSpPr>
      <p:sp>
        <p:nvSpPr>
          <p:cNvPr id="502" name="Google Shape;502;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03" name="Google Shape;503;p4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04" name="Google Shape;504;p48"/>
          <p:cNvSpPr/>
          <p:nvPr>
            <p:ph idx="2" type="pic"/>
          </p:nvPr>
        </p:nvSpPr>
        <p:spPr>
          <a:xfrm>
            <a:off x="4992024" y="1152775"/>
            <a:ext cx="3840300" cy="3416400"/>
          </a:xfrm>
          <a:prstGeom prst="rect">
            <a:avLst/>
          </a:prstGeom>
          <a:noFill/>
          <a:ln>
            <a:noFill/>
          </a:ln>
        </p:spPr>
      </p:sp>
      <p:sp>
        <p:nvSpPr>
          <p:cNvPr id="505" name="Google Shape;505;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506" name="Shape 506"/>
        <p:cNvGrpSpPr/>
        <p:nvPr/>
      </p:nvGrpSpPr>
      <p:grpSpPr>
        <a:xfrm>
          <a:off x="0" y="0"/>
          <a:ext cx="0" cy="0"/>
          <a:chOff x="0" y="0"/>
          <a:chExt cx="0" cy="0"/>
        </a:xfrm>
      </p:grpSpPr>
      <p:sp>
        <p:nvSpPr>
          <p:cNvPr id="507" name="Google Shape;50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4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9" name="Google Shape;509;p4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0" name="Google Shape;510;p4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1" name="Google Shape;511;p4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12" name="Google Shape;512;p4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_2">
    <p:spTree>
      <p:nvGrpSpPr>
        <p:cNvPr id="513" name="Shape 513"/>
        <p:cNvGrpSpPr/>
        <p:nvPr/>
      </p:nvGrpSpPr>
      <p:grpSpPr>
        <a:xfrm>
          <a:off x="0" y="0"/>
          <a:ext cx="0" cy="0"/>
          <a:chOff x="0" y="0"/>
          <a:chExt cx="0" cy="0"/>
        </a:xfrm>
      </p:grpSpPr>
      <p:sp>
        <p:nvSpPr>
          <p:cNvPr id="514" name="Google Shape;51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5" name="Google Shape;515;p5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6" name="Google Shape;516;p5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7" name="Google Shape;517;p50"/>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18" name="Google Shape;518;p5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9" name="Google Shape;519;p50"/>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0" name="Google Shape;520;p50"/>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21" name="Google Shape;521;p50"/>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522" name="Shape 522"/>
        <p:cNvGrpSpPr/>
        <p:nvPr/>
      </p:nvGrpSpPr>
      <p:grpSpPr>
        <a:xfrm>
          <a:off x="0" y="0"/>
          <a:ext cx="0" cy="0"/>
          <a:chOff x="0" y="0"/>
          <a:chExt cx="0" cy="0"/>
        </a:xfrm>
      </p:grpSpPr>
      <p:sp>
        <p:nvSpPr>
          <p:cNvPr id="523" name="Google Shape;52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4" name="Google Shape;524;p5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5" name="Google Shape;525;p5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6" name="Google Shape;526;p5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7" name="Google Shape;527;p5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8" name="Google Shape;528;p5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29" name="Google Shape;529;p5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0" name="Google Shape;530;p5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1" name="Google Shape;531;p5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32" name="Google Shape;532;p5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33" name="Shape 533"/>
        <p:cNvGrpSpPr/>
        <p:nvPr/>
      </p:nvGrpSpPr>
      <p:grpSpPr>
        <a:xfrm>
          <a:off x="0" y="0"/>
          <a:ext cx="0" cy="0"/>
          <a:chOff x="0" y="0"/>
          <a:chExt cx="0" cy="0"/>
        </a:xfrm>
      </p:grpSpPr>
      <p:sp>
        <p:nvSpPr>
          <p:cNvPr id="534" name="Google Shape;534;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35" name="Google Shape;53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5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37" name="Shape 537"/>
        <p:cNvGrpSpPr/>
        <p:nvPr/>
      </p:nvGrpSpPr>
      <p:grpSpPr>
        <a:xfrm>
          <a:off x="0" y="0"/>
          <a:ext cx="0" cy="0"/>
          <a:chOff x="0" y="0"/>
          <a:chExt cx="0" cy="0"/>
        </a:xfrm>
      </p:grpSpPr>
      <p:sp>
        <p:nvSpPr>
          <p:cNvPr id="538" name="Google Shape;538;p5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39" name="Google Shape;539;p53"/>
          <p:cNvSpPr/>
          <p:nvPr>
            <p:ph idx="2" type="pic"/>
          </p:nvPr>
        </p:nvSpPr>
        <p:spPr>
          <a:xfrm>
            <a:off x="4804825" y="1133300"/>
            <a:ext cx="4027500" cy="2392800"/>
          </a:xfrm>
          <a:prstGeom prst="rect">
            <a:avLst/>
          </a:prstGeom>
          <a:noFill/>
          <a:ln>
            <a:noFill/>
          </a:ln>
        </p:spPr>
      </p:sp>
      <p:sp>
        <p:nvSpPr>
          <p:cNvPr id="540" name="Google Shape;540;p53"/>
          <p:cNvSpPr/>
          <p:nvPr>
            <p:ph idx="3" type="pic"/>
          </p:nvPr>
        </p:nvSpPr>
        <p:spPr>
          <a:xfrm>
            <a:off x="311725" y="1133300"/>
            <a:ext cx="4027500" cy="2392800"/>
          </a:xfrm>
          <a:prstGeom prst="rect">
            <a:avLst/>
          </a:prstGeom>
          <a:noFill/>
          <a:ln>
            <a:noFill/>
          </a:ln>
        </p:spPr>
      </p:sp>
      <p:sp>
        <p:nvSpPr>
          <p:cNvPr id="541" name="Google Shape;541;p5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2" name="Google Shape;542;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3" name="Google Shape;543;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44" name="Google Shape;544;p5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45" name="Google Shape;545;p5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546" name="Shape 546"/>
        <p:cNvGrpSpPr/>
        <p:nvPr/>
      </p:nvGrpSpPr>
      <p:grpSpPr>
        <a:xfrm>
          <a:off x="0" y="0"/>
          <a:ext cx="0" cy="0"/>
          <a:chOff x="0" y="0"/>
          <a:chExt cx="0" cy="0"/>
        </a:xfrm>
      </p:grpSpPr>
      <p:sp>
        <p:nvSpPr>
          <p:cNvPr id="547" name="Google Shape;547;p5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48" name="Google Shape;548;p54"/>
          <p:cNvSpPr/>
          <p:nvPr>
            <p:ph idx="2" type="pic"/>
          </p:nvPr>
        </p:nvSpPr>
        <p:spPr>
          <a:xfrm>
            <a:off x="6205225" y="1128325"/>
            <a:ext cx="2627100" cy="2273100"/>
          </a:xfrm>
          <a:prstGeom prst="rect">
            <a:avLst/>
          </a:prstGeom>
          <a:noFill/>
          <a:ln>
            <a:noFill/>
          </a:ln>
        </p:spPr>
      </p:sp>
      <p:sp>
        <p:nvSpPr>
          <p:cNvPr id="549" name="Google Shape;549;p54"/>
          <p:cNvSpPr/>
          <p:nvPr>
            <p:ph idx="3" type="pic"/>
          </p:nvPr>
        </p:nvSpPr>
        <p:spPr>
          <a:xfrm>
            <a:off x="311725" y="1128325"/>
            <a:ext cx="2627100" cy="2273100"/>
          </a:xfrm>
          <a:prstGeom prst="rect">
            <a:avLst/>
          </a:prstGeom>
          <a:noFill/>
          <a:ln>
            <a:noFill/>
          </a:ln>
        </p:spPr>
      </p:sp>
      <p:sp>
        <p:nvSpPr>
          <p:cNvPr id="550" name="Google Shape;550;p5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51" name="Google Shape;551;p54"/>
          <p:cNvSpPr/>
          <p:nvPr>
            <p:ph idx="5" type="pic"/>
          </p:nvPr>
        </p:nvSpPr>
        <p:spPr>
          <a:xfrm>
            <a:off x="3255250" y="1128325"/>
            <a:ext cx="2627100" cy="2273100"/>
          </a:xfrm>
          <a:prstGeom prst="rect">
            <a:avLst/>
          </a:prstGeom>
          <a:noFill/>
          <a:ln>
            <a:noFill/>
          </a:ln>
        </p:spPr>
      </p:sp>
      <p:sp>
        <p:nvSpPr>
          <p:cNvPr id="552" name="Google Shape;552;p5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53" name="Google Shape;553;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4" name="Google Shape;554;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55" name="Google Shape;555;p5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6" name="Google Shape;556;p5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57" name="Google Shape;557;p5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558" name="Shape 558"/>
        <p:cNvGrpSpPr/>
        <p:nvPr/>
      </p:nvGrpSpPr>
      <p:grpSpPr>
        <a:xfrm>
          <a:off x="0" y="0"/>
          <a:ext cx="0" cy="0"/>
          <a:chOff x="0" y="0"/>
          <a:chExt cx="0" cy="0"/>
        </a:xfrm>
      </p:grpSpPr>
      <p:sp>
        <p:nvSpPr>
          <p:cNvPr id="559" name="Google Shape;559;p55"/>
          <p:cNvSpPr/>
          <p:nvPr>
            <p:ph idx="2" type="pic"/>
          </p:nvPr>
        </p:nvSpPr>
        <p:spPr>
          <a:xfrm>
            <a:off x="311700" y="445025"/>
            <a:ext cx="8520600" cy="4218300"/>
          </a:xfrm>
          <a:prstGeom prst="rect">
            <a:avLst/>
          </a:prstGeom>
          <a:noFill/>
          <a:ln>
            <a:noFill/>
          </a:ln>
        </p:spPr>
      </p:sp>
      <p:sp>
        <p:nvSpPr>
          <p:cNvPr id="560" name="Google Shape;560;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561" name="Shape 561"/>
        <p:cNvGrpSpPr/>
        <p:nvPr/>
      </p:nvGrpSpPr>
      <p:grpSpPr>
        <a:xfrm>
          <a:off x="0" y="0"/>
          <a:ext cx="0" cy="0"/>
          <a:chOff x="0" y="0"/>
          <a:chExt cx="0" cy="0"/>
        </a:xfrm>
      </p:grpSpPr>
      <p:sp>
        <p:nvSpPr>
          <p:cNvPr id="562" name="Google Shape;562;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3" name="Google Shape;563;p56"/>
          <p:cNvSpPr/>
          <p:nvPr>
            <p:ph idx="2" type="pic"/>
          </p:nvPr>
        </p:nvSpPr>
        <p:spPr>
          <a:xfrm>
            <a:off x="3389600" y="118913"/>
            <a:ext cx="1643700" cy="1535100"/>
          </a:xfrm>
          <a:prstGeom prst="rect">
            <a:avLst/>
          </a:prstGeom>
          <a:noFill/>
          <a:ln>
            <a:noFill/>
          </a:ln>
        </p:spPr>
      </p:sp>
      <p:sp>
        <p:nvSpPr>
          <p:cNvPr id="564" name="Google Shape;564;p56"/>
          <p:cNvSpPr/>
          <p:nvPr>
            <p:ph idx="3" type="pic"/>
          </p:nvPr>
        </p:nvSpPr>
        <p:spPr>
          <a:xfrm>
            <a:off x="5195935" y="118913"/>
            <a:ext cx="1643700" cy="1535100"/>
          </a:xfrm>
          <a:prstGeom prst="rect">
            <a:avLst/>
          </a:prstGeom>
          <a:noFill/>
          <a:ln>
            <a:noFill/>
          </a:ln>
        </p:spPr>
      </p:sp>
      <p:sp>
        <p:nvSpPr>
          <p:cNvPr id="565" name="Google Shape;565;p56"/>
          <p:cNvSpPr/>
          <p:nvPr>
            <p:ph idx="4" type="pic"/>
          </p:nvPr>
        </p:nvSpPr>
        <p:spPr>
          <a:xfrm>
            <a:off x="7002270" y="118913"/>
            <a:ext cx="1643700" cy="1535100"/>
          </a:xfrm>
          <a:prstGeom prst="rect">
            <a:avLst/>
          </a:prstGeom>
          <a:noFill/>
          <a:ln>
            <a:noFill/>
          </a:ln>
        </p:spPr>
      </p:sp>
      <p:sp>
        <p:nvSpPr>
          <p:cNvPr id="566" name="Google Shape;566;p56"/>
          <p:cNvSpPr/>
          <p:nvPr>
            <p:ph idx="5" type="pic"/>
          </p:nvPr>
        </p:nvSpPr>
        <p:spPr>
          <a:xfrm>
            <a:off x="3389588" y="1804212"/>
            <a:ext cx="1643700" cy="1535100"/>
          </a:xfrm>
          <a:prstGeom prst="rect">
            <a:avLst/>
          </a:prstGeom>
          <a:noFill/>
          <a:ln>
            <a:noFill/>
          </a:ln>
        </p:spPr>
      </p:sp>
      <p:sp>
        <p:nvSpPr>
          <p:cNvPr id="567" name="Google Shape;567;p56"/>
          <p:cNvSpPr/>
          <p:nvPr>
            <p:ph idx="6" type="pic"/>
          </p:nvPr>
        </p:nvSpPr>
        <p:spPr>
          <a:xfrm>
            <a:off x="5195922" y="1804212"/>
            <a:ext cx="1643700" cy="1535100"/>
          </a:xfrm>
          <a:prstGeom prst="rect">
            <a:avLst/>
          </a:prstGeom>
          <a:noFill/>
          <a:ln>
            <a:noFill/>
          </a:ln>
        </p:spPr>
      </p:sp>
      <p:sp>
        <p:nvSpPr>
          <p:cNvPr id="568" name="Google Shape;568;p56"/>
          <p:cNvSpPr/>
          <p:nvPr>
            <p:ph idx="7" type="pic"/>
          </p:nvPr>
        </p:nvSpPr>
        <p:spPr>
          <a:xfrm>
            <a:off x="7002257" y="1804212"/>
            <a:ext cx="1643700" cy="1535100"/>
          </a:xfrm>
          <a:prstGeom prst="rect">
            <a:avLst/>
          </a:prstGeom>
          <a:noFill/>
          <a:ln>
            <a:noFill/>
          </a:ln>
        </p:spPr>
      </p:sp>
      <p:sp>
        <p:nvSpPr>
          <p:cNvPr id="569" name="Google Shape;569;p5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570" name="Google Shape;570;p56"/>
          <p:cNvSpPr/>
          <p:nvPr>
            <p:ph idx="8" type="pic"/>
          </p:nvPr>
        </p:nvSpPr>
        <p:spPr>
          <a:xfrm>
            <a:off x="3389588" y="3489487"/>
            <a:ext cx="1643700" cy="1535100"/>
          </a:xfrm>
          <a:prstGeom prst="rect">
            <a:avLst/>
          </a:prstGeom>
          <a:noFill/>
          <a:ln>
            <a:noFill/>
          </a:ln>
        </p:spPr>
      </p:sp>
      <p:sp>
        <p:nvSpPr>
          <p:cNvPr id="571" name="Google Shape;571;p56"/>
          <p:cNvSpPr/>
          <p:nvPr>
            <p:ph idx="9" type="pic"/>
          </p:nvPr>
        </p:nvSpPr>
        <p:spPr>
          <a:xfrm>
            <a:off x="5195922" y="3489487"/>
            <a:ext cx="1643700" cy="1535100"/>
          </a:xfrm>
          <a:prstGeom prst="rect">
            <a:avLst/>
          </a:prstGeom>
          <a:noFill/>
          <a:ln>
            <a:noFill/>
          </a:ln>
        </p:spPr>
      </p:sp>
      <p:sp>
        <p:nvSpPr>
          <p:cNvPr id="572" name="Google Shape;572;p5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e4ae8fb4d7_11_0)">
  <p:cSld name="Generated (g3e4ae8fb4d7_11_0)">
    <p:spTree>
      <p:nvGrpSpPr>
        <p:cNvPr id="573" name="Shape 573"/>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1">
  <p:cSld name="Introduction (g3e4c7a2b98c_42_0)">
    <p:spTree>
      <p:nvGrpSpPr>
        <p:cNvPr id="574" name="Shape 574"/>
        <p:cNvGrpSpPr/>
        <p:nvPr/>
      </p:nvGrpSpPr>
      <p:grpSpPr>
        <a:xfrm>
          <a:off x="0" y="0"/>
          <a:ext cx="0" cy="0"/>
          <a:chOff x="0" y="0"/>
          <a:chExt cx="0" cy="0"/>
        </a:xfrm>
      </p:grpSpPr>
      <p:sp>
        <p:nvSpPr>
          <p:cNvPr id="575" name="Google Shape;575;p58"/>
          <p:cNvSpPr txBox="1"/>
          <p:nvPr>
            <p:ph type="title"/>
          </p:nvPr>
        </p:nvSpPr>
        <p:spPr>
          <a:xfrm>
            <a:off x="497038" y="160550"/>
            <a:ext cx="8487300" cy="1481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5600"/>
              <a:buNone/>
              <a:defRPr>
                <a:solidFill>
                  <a:schemeClr val="lt1"/>
                </a:solidFill>
              </a:defRPr>
            </a:lvl1pPr>
            <a:lvl2pPr lvl="1" algn="ctr">
              <a:spcBef>
                <a:spcPts val="0"/>
              </a:spcBef>
              <a:spcAft>
                <a:spcPts val="0"/>
              </a:spcAft>
              <a:buClr>
                <a:schemeClr val="lt1"/>
              </a:buClr>
              <a:buSzPts val="5600"/>
              <a:buNone/>
              <a:defRPr>
                <a:solidFill>
                  <a:schemeClr val="lt1"/>
                </a:solidFill>
              </a:defRPr>
            </a:lvl2pPr>
            <a:lvl3pPr lvl="2" algn="ctr">
              <a:spcBef>
                <a:spcPts val="0"/>
              </a:spcBef>
              <a:spcAft>
                <a:spcPts val="0"/>
              </a:spcAft>
              <a:buClr>
                <a:schemeClr val="lt1"/>
              </a:buClr>
              <a:buSzPts val="5600"/>
              <a:buNone/>
              <a:defRPr>
                <a:solidFill>
                  <a:schemeClr val="lt1"/>
                </a:solidFill>
              </a:defRPr>
            </a:lvl3pPr>
            <a:lvl4pPr lvl="3" algn="ctr">
              <a:spcBef>
                <a:spcPts val="0"/>
              </a:spcBef>
              <a:spcAft>
                <a:spcPts val="0"/>
              </a:spcAft>
              <a:buClr>
                <a:schemeClr val="lt1"/>
              </a:buClr>
              <a:buSzPts val="5600"/>
              <a:buNone/>
              <a:defRPr>
                <a:solidFill>
                  <a:schemeClr val="lt1"/>
                </a:solidFill>
              </a:defRPr>
            </a:lvl4pPr>
            <a:lvl5pPr lvl="4" algn="ctr">
              <a:spcBef>
                <a:spcPts val="0"/>
              </a:spcBef>
              <a:spcAft>
                <a:spcPts val="0"/>
              </a:spcAft>
              <a:buClr>
                <a:schemeClr val="lt1"/>
              </a:buClr>
              <a:buSzPts val="5600"/>
              <a:buNone/>
              <a:defRPr>
                <a:solidFill>
                  <a:schemeClr val="lt1"/>
                </a:solidFill>
              </a:defRPr>
            </a:lvl5pPr>
            <a:lvl6pPr lvl="5" algn="ctr">
              <a:spcBef>
                <a:spcPts val="0"/>
              </a:spcBef>
              <a:spcAft>
                <a:spcPts val="0"/>
              </a:spcAft>
              <a:buClr>
                <a:schemeClr val="lt1"/>
              </a:buClr>
              <a:buSzPts val="5600"/>
              <a:buNone/>
              <a:defRPr>
                <a:solidFill>
                  <a:schemeClr val="lt1"/>
                </a:solidFill>
              </a:defRPr>
            </a:lvl6pPr>
            <a:lvl7pPr lvl="6" algn="ctr">
              <a:spcBef>
                <a:spcPts val="0"/>
              </a:spcBef>
              <a:spcAft>
                <a:spcPts val="0"/>
              </a:spcAft>
              <a:buClr>
                <a:schemeClr val="lt1"/>
              </a:buClr>
              <a:buSzPts val="5600"/>
              <a:buNone/>
              <a:defRPr>
                <a:solidFill>
                  <a:schemeClr val="lt1"/>
                </a:solidFill>
              </a:defRPr>
            </a:lvl7pPr>
            <a:lvl8pPr lvl="7" algn="ctr">
              <a:spcBef>
                <a:spcPts val="0"/>
              </a:spcBef>
              <a:spcAft>
                <a:spcPts val="0"/>
              </a:spcAft>
              <a:buClr>
                <a:schemeClr val="lt1"/>
              </a:buClr>
              <a:buSzPts val="5600"/>
              <a:buNone/>
              <a:defRPr>
                <a:solidFill>
                  <a:schemeClr val="lt1"/>
                </a:solidFill>
              </a:defRPr>
            </a:lvl8pPr>
            <a:lvl9pPr lvl="8" algn="ctr">
              <a:spcBef>
                <a:spcPts val="0"/>
              </a:spcBef>
              <a:spcAft>
                <a:spcPts val="0"/>
              </a:spcAft>
              <a:buClr>
                <a:schemeClr val="lt1"/>
              </a:buClr>
              <a:buSzPts val="5600"/>
              <a:buNone/>
              <a:defRPr>
                <a:solidFill>
                  <a:schemeClr val="lt1"/>
                </a:solidFill>
              </a:defRPr>
            </a:lvl9pPr>
          </a:lstStyle>
          <a:p/>
        </p:txBody>
      </p:sp>
      <p:sp>
        <p:nvSpPr>
          <p:cNvPr id="576" name="Google Shape;576;p58"/>
          <p:cNvSpPr txBox="1"/>
          <p:nvPr>
            <p:ph idx="1" type="body"/>
          </p:nvPr>
        </p:nvSpPr>
        <p:spPr>
          <a:xfrm>
            <a:off x="2299588" y="3698375"/>
            <a:ext cx="4882200" cy="11559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577" name="Google Shape;577;p58"/>
          <p:cNvSpPr txBox="1"/>
          <p:nvPr>
            <p:ph idx="2" type="subTitle"/>
          </p:nvPr>
        </p:nvSpPr>
        <p:spPr>
          <a:xfrm rot="5400000">
            <a:off x="-635125" y="716225"/>
            <a:ext cx="1616400" cy="348000"/>
          </a:xfrm>
          <a:prstGeom prst="rect">
            <a:avLst/>
          </a:prstGeom>
        </p:spPr>
        <p:txBody>
          <a:bodyPr anchorCtr="0" anchor="ctr" bIns="91425" lIns="91425" spcFirstLastPara="1" rIns="91425" wrap="square" tIns="91425">
            <a:noAutofit/>
          </a:bodyPr>
          <a:lstStyle>
            <a:lvl1pPr lvl="0">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578" name="Google Shape;578;p58"/>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lvl1pPr lvl="0" algn="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
        <p:nvSpPr>
          <p:cNvPr id="579" name="Google Shape;579;p58"/>
          <p:cNvSpPr txBox="1"/>
          <p:nvPr>
            <p:ph idx="4" type="subTitle"/>
          </p:nvPr>
        </p:nvSpPr>
        <p:spPr>
          <a:xfrm rot="5400000">
            <a:off x="-578575" y="2397750"/>
            <a:ext cx="1503300" cy="34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900"/>
              <a:buFont typeface="Work Sans Medium"/>
              <a:buNone/>
              <a:defRPr sz="900">
                <a:latin typeface="Work Sans Medium"/>
                <a:ea typeface="Work Sans Medium"/>
                <a:cs typeface="Work Sans Medium"/>
                <a:sym typeface="Work Sans Medium"/>
              </a:defRPr>
            </a:lvl1pPr>
            <a:lvl2pPr lvl="1" algn="ctr">
              <a:spcBef>
                <a:spcPts val="0"/>
              </a:spcBef>
              <a:spcAft>
                <a:spcPts val="0"/>
              </a:spcAft>
              <a:buSzPts val="900"/>
              <a:buFont typeface="Work Sans Medium"/>
              <a:buNone/>
              <a:defRPr sz="900">
                <a:latin typeface="Work Sans Medium"/>
                <a:ea typeface="Work Sans Medium"/>
                <a:cs typeface="Work Sans Medium"/>
                <a:sym typeface="Work Sans Medium"/>
              </a:defRPr>
            </a:lvl2pPr>
            <a:lvl3pPr lvl="2" algn="ctr">
              <a:spcBef>
                <a:spcPts val="0"/>
              </a:spcBef>
              <a:spcAft>
                <a:spcPts val="0"/>
              </a:spcAft>
              <a:buSzPts val="900"/>
              <a:buFont typeface="Work Sans Medium"/>
              <a:buNone/>
              <a:defRPr sz="900">
                <a:latin typeface="Work Sans Medium"/>
                <a:ea typeface="Work Sans Medium"/>
                <a:cs typeface="Work Sans Medium"/>
                <a:sym typeface="Work Sans Medium"/>
              </a:defRPr>
            </a:lvl3pPr>
            <a:lvl4pPr lvl="3" algn="ctr">
              <a:spcBef>
                <a:spcPts val="0"/>
              </a:spcBef>
              <a:spcAft>
                <a:spcPts val="0"/>
              </a:spcAft>
              <a:buSzPts val="900"/>
              <a:buFont typeface="Work Sans Medium"/>
              <a:buNone/>
              <a:defRPr sz="900">
                <a:latin typeface="Work Sans Medium"/>
                <a:ea typeface="Work Sans Medium"/>
                <a:cs typeface="Work Sans Medium"/>
                <a:sym typeface="Work Sans Medium"/>
              </a:defRPr>
            </a:lvl4pPr>
            <a:lvl5pPr lvl="4" algn="ctr">
              <a:spcBef>
                <a:spcPts val="0"/>
              </a:spcBef>
              <a:spcAft>
                <a:spcPts val="0"/>
              </a:spcAft>
              <a:buSzPts val="900"/>
              <a:buFont typeface="Work Sans Medium"/>
              <a:buNone/>
              <a:defRPr sz="900">
                <a:latin typeface="Work Sans Medium"/>
                <a:ea typeface="Work Sans Medium"/>
                <a:cs typeface="Work Sans Medium"/>
                <a:sym typeface="Work Sans Medium"/>
              </a:defRPr>
            </a:lvl5pPr>
            <a:lvl6pPr lvl="5" algn="ctr">
              <a:spcBef>
                <a:spcPts val="0"/>
              </a:spcBef>
              <a:spcAft>
                <a:spcPts val="0"/>
              </a:spcAft>
              <a:buSzPts val="900"/>
              <a:buFont typeface="Work Sans Medium"/>
              <a:buNone/>
              <a:defRPr sz="900">
                <a:latin typeface="Work Sans Medium"/>
                <a:ea typeface="Work Sans Medium"/>
                <a:cs typeface="Work Sans Medium"/>
                <a:sym typeface="Work Sans Medium"/>
              </a:defRPr>
            </a:lvl6pPr>
            <a:lvl7pPr lvl="6" algn="ctr">
              <a:spcBef>
                <a:spcPts val="0"/>
              </a:spcBef>
              <a:spcAft>
                <a:spcPts val="0"/>
              </a:spcAft>
              <a:buSzPts val="900"/>
              <a:buFont typeface="Work Sans Medium"/>
              <a:buNone/>
              <a:defRPr sz="900">
                <a:latin typeface="Work Sans Medium"/>
                <a:ea typeface="Work Sans Medium"/>
                <a:cs typeface="Work Sans Medium"/>
                <a:sym typeface="Work Sans Medium"/>
              </a:defRPr>
            </a:lvl7pPr>
            <a:lvl8pPr lvl="7" algn="ctr">
              <a:spcBef>
                <a:spcPts val="0"/>
              </a:spcBef>
              <a:spcAft>
                <a:spcPts val="0"/>
              </a:spcAft>
              <a:buSzPts val="900"/>
              <a:buFont typeface="Work Sans Medium"/>
              <a:buNone/>
              <a:defRPr sz="900">
                <a:latin typeface="Work Sans Medium"/>
                <a:ea typeface="Work Sans Medium"/>
                <a:cs typeface="Work Sans Medium"/>
                <a:sym typeface="Work Sans Medium"/>
              </a:defRPr>
            </a:lvl8pPr>
            <a:lvl9pPr lvl="8" algn="ctr">
              <a:spcBef>
                <a:spcPts val="0"/>
              </a:spcBef>
              <a:spcAft>
                <a:spcPts val="0"/>
              </a:spcAft>
              <a:buSzPts val="900"/>
              <a:buFont typeface="Work Sans Medium"/>
              <a:buNone/>
              <a:defRPr sz="900">
                <a:latin typeface="Work Sans Medium"/>
                <a:ea typeface="Work Sans Medium"/>
                <a:cs typeface="Work Sans Medium"/>
                <a:sym typeface="Work Sans Medium"/>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58" Type="http://schemas.openxmlformats.org/officeDocument/2006/relationships/theme" Target="../theme/theme2.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6AA84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7550" y="84350"/>
            <a:ext cx="8454300" cy="3376200"/>
          </a:xfrm>
          <a:prstGeom prst="rect">
            <a:avLst/>
          </a:prstGeom>
          <a:noFill/>
          <a:ln>
            <a:noFill/>
          </a:ln>
        </p:spPr>
        <p:txBody>
          <a:bodyPr anchorCtr="0" anchor="t" bIns="91425" lIns="91425" spcFirstLastPara="1" rIns="91425" wrap="square" tIns="91425">
            <a:noAutofit/>
          </a:bodyPr>
          <a:lstStyle>
            <a:lvl1pPr lvl="0">
              <a:lnSpc>
                <a:spcPct val="80000"/>
              </a:lnSpc>
              <a:spcBef>
                <a:spcPts val="0"/>
              </a:spcBef>
              <a:spcAft>
                <a:spcPts val="0"/>
              </a:spcAft>
              <a:buClr>
                <a:schemeClr val="dk1"/>
              </a:buClr>
              <a:buSzPts val="5600"/>
              <a:buFont typeface="Unbounded"/>
              <a:buNone/>
              <a:defRPr sz="5600">
                <a:solidFill>
                  <a:schemeClr val="dk1"/>
                </a:solidFill>
                <a:latin typeface="Unbounded"/>
                <a:ea typeface="Unbounded"/>
                <a:cs typeface="Unbounded"/>
                <a:sym typeface="Unbounded"/>
              </a:defRPr>
            </a:lvl1pPr>
            <a:lvl2pPr lvl="1">
              <a:lnSpc>
                <a:spcPct val="80000"/>
              </a:lnSpc>
              <a:spcBef>
                <a:spcPts val="0"/>
              </a:spcBef>
              <a:spcAft>
                <a:spcPts val="0"/>
              </a:spcAft>
              <a:buSzPts val="5600"/>
              <a:buFont typeface="Unbounded"/>
              <a:buNone/>
              <a:defRPr sz="5600">
                <a:latin typeface="Unbounded"/>
                <a:ea typeface="Unbounded"/>
                <a:cs typeface="Unbounded"/>
                <a:sym typeface="Unbounded"/>
              </a:defRPr>
            </a:lvl2pPr>
            <a:lvl3pPr lvl="2">
              <a:lnSpc>
                <a:spcPct val="80000"/>
              </a:lnSpc>
              <a:spcBef>
                <a:spcPts val="0"/>
              </a:spcBef>
              <a:spcAft>
                <a:spcPts val="0"/>
              </a:spcAft>
              <a:buSzPts val="5600"/>
              <a:buFont typeface="Unbounded"/>
              <a:buNone/>
              <a:defRPr sz="5600">
                <a:latin typeface="Unbounded"/>
                <a:ea typeface="Unbounded"/>
                <a:cs typeface="Unbounded"/>
                <a:sym typeface="Unbounded"/>
              </a:defRPr>
            </a:lvl3pPr>
            <a:lvl4pPr lvl="3">
              <a:lnSpc>
                <a:spcPct val="80000"/>
              </a:lnSpc>
              <a:spcBef>
                <a:spcPts val="0"/>
              </a:spcBef>
              <a:spcAft>
                <a:spcPts val="0"/>
              </a:spcAft>
              <a:buSzPts val="5600"/>
              <a:buFont typeface="Unbounded"/>
              <a:buNone/>
              <a:defRPr sz="5600">
                <a:latin typeface="Unbounded"/>
                <a:ea typeface="Unbounded"/>
                <a:cs typeface="Unbounded"/>
                <a:sym typeface="Unbounded"/>
              </a:defRPr>
            </a:lvl4pPr>
            <a:lvl5pPr lvl="4">
              <a:lnSpc>
                <a:spcPct val="80000"/>
              </a:lnSpc>
              <a:spcBef>
                <a:spcPts val="0"/>
              </a:spcBef>
              <a:spcAft>
                <a:spcPts val="0"/>
              </a:spcAft>
              <a:buSzPts val="5600"/>
              <a:buFont typeface="Unbounded"/>
              <a:buNone/>
              <a:defRPr sz="5600">
                <a:latin typeface="Unbounded"/>
                <a:ea typeface="Unbounded"/>
                <a:cs typeface="Unbounded"/>
                <a:sym typeface="Unbounded"/>
              </a:defRPr>
            </a:lvl5pPr>
            <a:lvl6pPr lvl="5">
              <a:lnSpc>
                <a:spcPct val="80000"/>
              </a:lnSpc>
              <a:spcBef>
                <a:spcPts val="0"/>
              </a:spcBef>
              <a:spcAft>
                <a:spcPts val="0"/>
              </a:spcAft>
              <a:buSzPts val="5600"/>
              <a:buFont typeface="Unbounded"/>
              <a:buNone/>
              <a:defRPr sz="5600">
                <a:latin typeface="Unbounded"/>
                <a:ea typeface="Unbounded"/>
                <a:cs typeface="Unbounded"/>
                <a:sym typeface="Unbounded"/>
              </a:defRPr>
            </a:lvl6pPr>
            <a:lvl7pPr lvl="6">
              <a:lnSpc>
                <a:spcPct val="80000"/>
              </a:lnSpc>
              <a:spcBef>
                <a:spcPts val="0"/>
              </a:spcBef>
              <a:spcAft>
                <a:spcPts val="0"/>
              </a:spcAft>
              <a:buSzPts val="5600"/>
              <a:buFont typeface="Unbounded"/>
              <a:buNone/>
              <a:defRPr sz="5600">
                <a:latin typeface="Unbounded"/>
                <a:ea typeface="Unbounded"/>
                <a:cs typeface="Unbounded"/>
                <a:sym typeface="Unbounded"/>
              </a:defRPr>
            </a:lvl7pPr>
            <a:lvl8pPr lvl="7">
              <a:lnSpc>
                <a:spcPct val="80000"/>
              </a:lnSpc>
              <a:spcBef>
                <a:spcPts val="0"/>
              </a:spcBef>
              <a:spcAft>
                <a:spcPts val="0"/>
              </a:spcAft>
              <a:buSzPts val="5600"/>
              <a:buFont typeface="Unbounded"/>
              <a:buNone/>
              <a:defRPr sz="5600">
                <a:latin typeface="Unbounded"/>
                <a:ea typeface="Unbounded"/>
                <a:cs typeface="Unbounded"/>
                <a:sym typeface="Unbounded"/>
              </a:defRPr>
            </a:lvl8pPr>
            <a:lvl9pPr lvl="8">
              <a:lnSpc>
                <a:spcPct val="80000"/>
              </a:lnSpc>
              <a:spcBef>
                <a:spcPts val="0"/>
              </a:spcBef>
              <a:spcAft>
                <a:spcPts val="0"/>
              </a:spcAft>
              <a:buSzPts val="5600"/>
              <a:buFont typeface="Unbounded"/>
              <a:buNone/>
              <a:defRPr sz="5600">
                <a:latin typeface="Unbounded"/>
                <a:ea typeface="Unbounded"/>
                <a:cs typeface="Unbounded"/>
                <a:sym typeface="Unbounded"/>
              </a:defRPr>
            </a:lvl9pPr>
          </a:lstStyle>
          <a:p/>
        </p:txBody>
      </p:sp>
      <p:sp>
        <p:nvSpPr>
          <p:cNvPr id="7" name="Google Shape;7;p1"/>
          <p:cNvSpPr txBox="1"/>
          <p:nvPr>
            <p:ph idx="1" type="body"/>
          </p:nvPr>
        </p:nvSpPr>
        <p:spPr>
          <a:xfrm>
            <a:off x="314600" y="3770150"/>
            <a:ext cx="5718600" cy="9507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1pPr>
            <a:lvl2pPr indent="-298450" lvl="1" marL="9144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2pPr>
            <a:lvl3pPr indent="-298450" lvl="2" marL="13716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3pPr>
            <a:lvl4pPr indent="-298450" lvl="3" marL="18288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4pPr>
            <a:lvl5pPr indent="-298450" lvl="4" marL="22860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5pPr>
            <a:lvl6pPr indent="-298450" lvl="5" marL="27432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6pPr>
            <a:lvl7pPr indent="-298450" lvl="6" marL="32004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7pPr>
            <a:lvl8pPr indent="-298450" lvl="7" marL="36576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8pPr>
            <a:lvl9pPr indent="-298450" lvl="8" marL="4114800">
              <a:spcBef>
                <a:spcPts val="0"/>
              </a:spcBef>
              <a:spcAft>
                <a:spcPts val="0"/>
              </a:spcAft>
              <a:buClr>
                <a:schemeClr val="dk1"/>
              </a:buClr>
              <a:buSzPts val="1100"/>
              <a:buFont typeface="Work Sans"/>
              <a:buChar char="■"/>
              <a:defRPr sz="1100">
                <a:solidFill>
                  <a:schemeClr val="dk1"/>
                </a:solidFill>
                <a:latin typeface="Work Sans"/>
                <a:ea typeface="Work Sans"/>
                <a:cs typeface="Work Sans"/>
                <a:sym typeface="Work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Work Sans"/>
                <a:ea typeface="Work Sans"/>
                <a:cs typeface="Work Sans"/>
                <a:sym typeface="Work Sans"/>
              </a:defRPr>
            </a:lvl1pPr>
            <a:lvl2pPr lvl="1" algn="r">
              <a:buNone/>
              <a:defRPr sz="1000">
                <a:solidFill>
                  <a:schemeClr val="dk2"/>
                </a:solidFill>
                <a:latin typeface="Work Sans"/>
                <a:ea typeface="Work Sans"/>
                <a:cs typeface="Work Sans"/>
                <a:sym typeface="Work Sans"/>
              </a:defRPr>
            </a:lvl2pPr>
            <a:lvl3pPr lvl="2" algn="r">
              <a:buNone/>
              <a:defRPr sz="1000">
                <a:solidFill>
                  <a:schemeClr val="dk2"/>
                </a:solidFill>
                <a:latin typeface="Work Sans"/>
                <a:ea typeface="Work Sans"/>
                <a:cs typeface="Work Sans"/>
                <a:sym typeface="Work Sans"/>
              </a:defRPr>
            </a:lvl3pPr>
            <a:lvl4pPr lvl="3" algn="r">
              <a:buNone/>
              <a:defRPr sz="1000">
                <a:solidFill>
                  <a:schemeClr val="dk2"/>
                </a:solidFill>
                <a:latin typeface="Work Sans"/>
                <a:ea typeface="Work Sans"/>
                <a:cs typeface="Work Sans"/>
                <a:sym typeface="Work Sans"/>
              </a:defRPr>
            </a:lvl4pPr>
            <a:lvl5pPr lvl="4" algn="r">
              <a:buNone/>
              <a:defRPr sz="1000">
                <a:solidFill>
                  <a:schemeClr val="dk2"/>
                </a:solidFill>
                <a:latin typeface="Work Sans"/>
                <a:ea typeface="Work Sans"/>
                <a:cs typeface="Work Sans"/>
                <a:sym typeface="Work Sans"/>
              </a:defRPr>
            </a:lvl5pPr>
            <a:lvl6pPr lvl="5" algn="r">
              <a:buNone/>
              <a:defRPr sz="1000">
                <a:solidFill>
                  <a:schemeClr val="dk2"/>
                </a:solidFill>
                <a:latin typeface="Work Sans"/>
                <a:ea typeface="Work Sans"/>
                <a:cs typeface="Work Sans"/>
                <a:sym typeface="Work Sans"/>
              </a:defRPr>
            </a:lvl6pPr>
            <a:lvl7pPr lvl="6" algn="r">
              <a:buNone/>
              <a:defRPr sz="1000">
                <a:solidFill>
                  <a:schemeClr val="dk2"/>
                </a:solidFill>
                <a:latin typeface="Work Sans"/>
                <a:ea typeface="Work Sans"/>
                <a:cs typeface="Work Sans"/>
                <a:sym typeface="Work Sans"/>
              </a:defRPr>
            </a:lvl7pPr>
            <a:lvl8pPr lvl="7" algn="r">
              <a:buNone/>
              <a:defRPr sz="1000">
                <a:solidFill>
                  <a:schemeClr val="dk2"/>
                </a:solidFill>
                <a:latin typeface="Work Sans"/>
                <a:ea typeface="Work Sans"/>
                <a:cs typeface="Work Sans"/>
                <a:sym typeface="Work Sans"/>
              </a:defRPr>
            </a:lvl8pPr>
            <a:lvl9pPr lvl="8" algn="r">
              <a:buNone/>
              <a:defRPr sz="1000">
                <a:solidFill>
                  <a:schemeClr val="dk2"/>
                </a:solidFill>
                <a:latin typeface="Work Sans"/>
                <a:ea typeface="Work Sans"/>
                <a:cs typeface="Work Sans"/>
                <a:sym typeface="Work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19">
          <p15:clr>
            <a:srgbClr val="E46962"/>
          </p15:clr>
        </p15:guide>
        <p15:guide id="2" pos="593">
          <p15:clr>
            <a:srgbClr val="E46962"/>
          </p15:clr>
        </p15:guide>
        <p15:guide id="3" pos="669">
          <p15:clr>
            <a:srgbClr val="E46962"/>
          </p15:clr>
        </p15:guide>
        <p15:guide id="4" pos="1044">
          <p15:clr>
            <a:srgbClr val="E46962"/>
          </p15:clr>
        </p15:guide>
        <p15:guide id="5" pos="1119">
          <p15:clr>
            <a:srgbClr val="E46962"/>
          </p15:clr>
        </p15:guide>
        <p15:guide id="6" pos="1494">
          <p15:clr>
            <a:srgbClr val="E46962"/>
          </p15:clr>
        </p15:guide>
        <p15:guide id="7" pos="1569">
          <p15:clr>
            <a:srgbClr val="E46962"/>
          </p15:clr>
        </p15:guide>
        <p15:guide id="8" pos="1944">
          <p15:clr>
            <a:srgbClr val="E46962"/>
          </p15:clr>
        </p15:guide>
        <p15:guide id="9" pos="2019">
          <p15:clr>
            <a:srgbClr val="E46962"/>
          </p15:clr>
        </p15:guide>
        <p15:guide id="10" pos="2394">
          <p15:clr>
            <a:srgbClr val="E46962"/>
          </p15:clr>
        </p15:guide>
        <p15:guide id="11" pos="2469">
          <p15:clr>
            <a:srgbClr val="E46962"/>
          </p15:clr>
        </p15:guide>
        <p15:guide id="12" pos="2844">
          <p15:clr>
            <a:srgbClr val="E46962"/>
          </p15:clr>
        </p15:guide>
        <p15:guide id="13" pos="2919">
          <p15:clr>
            <a:srgbClr val="E46962"/>
          </p15:clr>
        </p15:guide>
        <p15:guide id="14" pos="3294">
          <p15:clr>
            <a:srgbClr val="E46962"/>
          </p15:clr>
        </p15:guide>
        <p15:guide id="15" pos="3370">
          <p15:clr>
            <a:srgbClr val="E46962"/>
          </p15:clr>
        </p15:guide>
        <p15:guide id="16" pos="3744">
          <p15:clr>
            <a:srgbClr val="E46962"/>
          </p15:clr>
        </p15:guide>
        <p15:guide id="17" pos="3820">
          <p15:clr>
            <a:srgbClr val="E46962"/>
          </p15:clr>
        </p15:guide>
        <p15:guide id="18" pos="4194">
          <p15:clr>
            <a:srgbClr val="E46962"/>
          </p15:clr>
        </p15:guide>
        <p15:guide id="19" pos="4270">
          <p15:clr>
            <a:srgbClr val="E46962"/>
          </p15:clr>
        </p15:guide>
        <p15:guide id="20" pos="4644">
          <p15:clr>
            <a:srgbClr val="E46962"/>
          </p15:clr>
        </p15:guide>
        <p15:guide id="21" pos="4720">
          <p15:clr>
            <a:srgbClr val="E46962"/>
          </p15:clr>
        </p15:guide>
        <p15:guide id="22" pos="5094">
          <p15:clr>
            <a:srgbClr val="E46962"/>
          </p15:clr>
        </p15:guide>
        <p15:guide id="23" pos="5170">
          <p15:clr>
            <a:srgbClr val="E46962"/>
          </p15:clr>
        </p15:guide>
        <p15:guide id="24" pos="5544">
          <p15:clr>
            <a:srgbClr val="E46962"/>
          </p15:clr>
        </p15:guide>
        <p15:guide id="25" orient="horz" pos="53">
          <p15:clr>
            <a:srgbClr val="E46962"/>
          </p15:clr>
        </p15:guide>
        <p15:guide id="26" orient="horz" pos="3199">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1.xml"/><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7.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9"/>
          <p:cNvSpPr txBox="1"/>
          <p:nvPr>
            <p:ph idx="3" type="subTitle"/>
          </p:nvPr>
        </p:nvSpPr>
        <p:spPr>
          <a:xfrm rot="5400000">
            <a:off x="-591025" y="4140400"/>
            <a:ext cx="1529100" cy="347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27/05/2026</a:t>
            </a:r>
            <a:endParaRPr/>
          </a:p>
        </p:txBody>
      </p:sp>
      <p:sp>
        <p:nvSpPr>
          <p:cNvPr id="585" name="Google Shape;585;p59"/>
          <p:cNvSpPr txBox="1"/>
          <p:nvPr>
            <p:ph type="title"/>
          </p:nvPr>
        </p:nvSpPr>
        <p:spPr>
          <a:xfrm>
            <a:off x="271075" y="763475"/>
            <a:ext cx="8487300" cy="3159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8400"/>
              <a:t>GOLFED</a:t>
            </a:r>
            <a:endParaRPr sz="8400"/>
          </a:p>
        </p:txBody>
      </p:sp>
      <p:sp>
        <p:nvSpPr>
          <p:cNvPr id="586" name="Google Shape;586;p59"/>
          <p:cNvSpPr txBox="1"/>
          <p:nvPr>
            <p:ph idx="1" type="subTitle"/>
          </p:nvPr>
        </p:nvSpPr>
        <p:spPr>
          <a:xfrm>
            <a:off x="1511575" y="2954125"/>
            <a:ext cx="6006300" cy="503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Projet Technologies et facteurs humain</a:t>
            </a:r>
            <a:endParaRPr sz="2400"/>
          </a:p>
        </p:txBody>
      </p:sp>
      <p:sp>
        <p:nvSpPr>
          <p:cNvPr id="587" name="Google Shape;587;p59"/>
          <p:cNvSpPr txBox="1"/>
          <p:nvPr>
            <p:ph idx="2" type="subTitle"/>
          </p:nvPr>
        </p:nvSpPr>
        <p:spPr>
          <a:xfrm rot="5400000">
            <a:off x="-1364875" y="1445975"/>
            <a:ext cx="3075900" cy="348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Eric LEFEBVRE Paul TRANSON Maya HAMDY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591" name="Shape 591"/>
        <p:cNvGrpSpPr/>
        <p:nvPr/>
      </p:nvGrpSpPr>
      <p:grpSpPr>
        <a:xfrm>
          <a:off x="0" y="0"/>
          <a:ext cx="0" cy="0"/>
          <a:chOff x="0" y="0"/>
          <a:chExt cx="0" cy="0"/>
        </a:xfrm>
      </p:grpSpPr>
      <p:sp>
        <p:nvSpPr>
          <p:cNvPr id="592" name="Google Shape;592;p60"/>
          <p:cNvSpPr/>
          <p:nvPr/>
        </p:nvSpPr>
        <p:spPr>
          <a:xfrm>
            <a:off x="0" y="0"/>
            <a:ext cx="347700" cy="51435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3" name="Google Shape;593;p60"/>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594" name="Google Shape;594;p60"/>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595" name="Google Shape;595;p60"/>
          <p:cNvSpPr txBox="1"/>
          <p:nvPr/>
        </p:nvSpPr>
        <p:spPr>
          <a:xfrm>
            <a:off x="666750" y="285750"/>
            <a:ext cx="7810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Unbounded"/>
                <a:ea typeface="Unbounded"/>
                <a:cs typeface="Unbounded"/>
                <a:sym typeface="Unbounded"/>
              </a:rPr>
              <a:t>Introduction</a:t>
            </a:r>
            <a:endParaRPr b="1" sz="3200">
              <a:solidFill>
                <a:srgbClr val="FFFFFF"/>
              </a:solidFill>
              <a:latin typeface="Unbounded"/>
              <a:ea typeface="Unbounded"/>
              <a:cs typeface="Unbounded"/>
              <a:sym typeface="Unbounded"/>
            </a:endParaRPr>
          </a:p>
        </p:txBody>
      </p:sp>
      <p:grpSp>
        <p:nvGrpSpPr>
          <p:cNvPr id="596" name="Google Shape;596;p60"/>
          <p:cNvGrpSpPr/>
          <p:nvPr/>
        </p:nvGrpSpPr>
        <p:grpSpPr>
          <a:xfrm>
            <a:off x="666675" y="1520523"/>
            <a:ext cx="8096400" cy="952502"/>
            <a:chOff x="666750" y="1000123"/>
            <a:chExt cx="8096400" cy="952502"/>
          </a:xfrm>
        </p:grpSpPr>
        <p:sp>
          <p:nvSpPr>
            <p:cNvPr id="597" name="Google Shape;597;p60"/>
            <p:cNvSpPr/>
            <p:nvPr/>
          </p:nvSpPr>
          <p:spPr>
            <a:xfrm>
              <a:off x="666750" y="1000125"/>
              <a:ext cx="8096400" cy="952500"/>
            </a:xfrm>
            <a:prstGeom prst="roundRect">
              <a:avLst>
                <a:gd fmla="val 15000" name="adj"/>
              </a:avLst>
            </a:prstGeom>
            <a:solidFill>
              <a:srgbClr val="FFFFFF">
                <a:alpha val="1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8" name="Google Shape;598;p60"/>
            <p:cNvSpPr txBox="1"/>
            <p:nvPr/>
          </p:nvSpPr>
          <p:spPr>
            <a:xfrm>
              <a:off x="857250" y="1000123"/>
              <a:ext cx="77154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800">
                  <a:solidFill>
                    <a:srgbClr val="FFFFFF"/>
                  </a:solidFill>
                  <a:latin typeface="Work Sans"/>
                  <a:ea typeface="Work Sans"/>
                  <a:cs typeface="Work Sans"/>
                  <a:sym typeface="Work Sans"/>
                </a:rPr>
                <a:t>Mini-golf adaptatif piloté par capteurs physiologiques</a:t>
              </a:r>
              <a:endParaRPr b="1" sz="1800">
                <a:solidFill>
                  <a:srgbClr val="FFFFFF"/>
                </a:solidFill>
                <a:latin typeface="Work Sans"/>
                <a:ea typeface="Work Sans"/>
                <a:cs typeface="Work Sans"/>
                <a:sym typeface="Work Sans"/>
              </a:endParaRPr>
            </a:p>
            <a:p>
              <a:pPr indent="0" lvl="0" marL="0" rtl="0" algn="l">
                <a:spcBef>
                  <a:spcPts val="375"/>
                </a:spcBef>
                <a:spcAft>
                  <a:spcPts val="0"/>
                </a:spcAft>
                <a:buNone/>
              </a:pPr>
              <a:r>
                <a:rPr b="0" lang="en" sz="1200">
                  <a:solidFill>
                    <a:srgbClr val="000000"/>
                  </a:solidFill>
                  <a:latin typeface="Work Sans"/>
                  <a:ea typeface="Work Sans"/>
                  <a:cs typeface="Work Sans"/>
                  <a:sym typeface="Work Sans"/>
                </a:rPr>
                <a:t>Mesurer en temps réel l'état mental pour adapter la difficulté du jeu et maintenir l'engagement.</a:t>
              </a:r>
              <a:endParaRPr b="0" sz="1200">
                <a:solidFill>
                  <a:srgbClr val="000000"/>
                </a:solidFill>
                <a:latin typeface="Work Sans"/>
                <a:ea typeface="Work Sans"/>
                <a:cs typeface="Work Sans"/>
                <a:sym typeface="Work Sans"/>
              </a:endParaRPr>
            </a:p>
          </p:txBody>
        </p:sp>
      </p:grpSp>
      <p:grpSp>
        <p:nvGrpSpPr>
          <p:cNvPr id="599" name="Google Shape;599;p60"/>
          <p:cNvGrpSpPr/>
          <p:nvPr/>
        </p:nvGrpSpPr>
        <p:grpSpPr>
          <a:xfrm>
            <a:off x="657225" y="2772575"/>
            <a:ext cx="8115300" cy="1066800"/>
            <a:chOff x="657225" y="3752850"/>
            <a:chExt cx="8115300" cy="1066800"/>
          </a:xfrm>
        </p:grpSpPr>
        <p:pic>
          <p:nvPicPr>
            <p:cNvPr id="600" name="Google Shape;600;p60"/>
            <p:cNvPicPr preferRelativeResize="0"/>
            <p:nvPr/>
          </p:nvPicPr>
          <p:blipFill rotWithShape="1">
            <a:blip r:embed="rId3">
              <a:alphaModFix/>
            </a:blip>
            <a:srcRect b="0" l="0" r="0" t="0"/>
            <a:stretch/>
          </p:blipFill>
          <p:spPr>
            <a:xfrm>
              <a:off x="657225" y="3752850"/>
              <a:ext cx="8115300" cy="1066800"/>
            </a:xfrm>
            <a:prstGeom prst="rect">
              <a:avLst/>
            </a:prstGeom>
            <a:noFill/>
            <a:ln>
              <a:noFill/>
            </a:ln>
          </p:spPr>
        </p:pic>
        <p:sp>
          <p:nvSpPr>
            <p:cNvPr id="601" name="Google Shape;601;p60"/>
            <p:cNvSpPr txBox="1"/>
            <p:nvPr/>
          </p:nvSpPr>
          <p:spPr>
            <a:xfrm>
              <a:off x="952500" y="3762375"/>
              <a:ext cx="7524900" cy="1047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500">
                  <a:solidFill>
                    <a:srgbClr val="FFFFFF"/>
                  </a:solidFill>
                  <a:latin typeface="Work Sans"/>
                  <a:ea typeface="Work Sans"/>
                  <a:cs typeface="Work Sans"/>
                  <a:sym typeface="Work Sans"/>
                </a:rPr>
                <a:t>L'objectif central</a:t>
              </a:r>
              <a:endParaRPr b="1" sz="1500">
                <a:solidFill>
                  <a:srgbClr val="FFFFFF"/>
                </a:solidFill>
                <a:latin typeface="Work Sans"/>
                <a:ea typeface="Work Sans"/>
                <a:cs typeface="Work Sans"/>
                <a:sym typeface="Work Sans"/>
              </a:endParaRPr>
            </a:p>
            <a:p>
              <a:pPr indent="0" lvl="0" marL="0" rtl="0" algn="ctr">
                <a:spcBef>
                  <a:spcPts val="375"/>
                </a:spcBef>
                <a:spcAft>
                  <a:spcPts val="0"/>
                </a:spcAft>
                <a:buNone/>
              </a:pPr>
              <a:r>
                <a:rPr b="0" lang="en" sz="1200">
                  <a:solidFill>
                    <a:srgbClr val="000000"/>
                  </a:solidFill>
                  <a:latin typeface="Work Sans"/>
                  <a:ea typeface="Work Sans"/>
                  <a:cs typeface="Work Sans"/>
                  <a:sym typeface="Work Sans"/>
                </a:rPr>
                <a:t>Réguler le stress pour éviter l'ennui ou l'anxiété, et maintenir le joueur dans un état de motivation maximale.</a:t>
              </a:r>
              <a:endParaRPr b="0" sz="1200">
                <a:solidFill>
                  <a:srgbClr val="000000"/>
                </a:solidFill>
                <a:latin typeface="Work Sans"/>
                <a:ea typeface="Work Sans"/>
                <a:cs typeface="Work Sans"/>
                <a:sym typeface="Work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5" name="Shape 605"/>
        <p:cNvGrpSpPr/>
        <p:nvPr/>
      </p:nvGrpSpPr>
      <p:grpSpPr>
        <a:xfrm>
          <a:off x="0" y="0"/>
          <a:ext cx="0" cy="0"/>
          <a:chOff x="0" y="0"/>
          <a:chExt cx="0" cy="0"/>
        </a:xfrm>
      </p:grpSpPr>
      <p:sp>
        <p:nvSpPr>
          <p:cNvPr id="606" name="Google Shape;606;p61"/>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07" name="Google Shape;607;p61"/>
          <p:cNvGrpSpPr/>
          <p:nvPr/>
        </p:nvGrpSpPr>
        <p:grpSpPr>
          <a:xfrm>
            <a:off x="1905" y="83820"/>
            <a:ext cx="342900" cy="4991100"/>
            <a:chOff x="1905" y="83820"/>
            <a:chExt cx="342900" cy="4991100"/>
          </a:xfrm>
        </p:grpSpPr>
        <p:grpSp>
          <p:nvGrpSpPr>
            <p:cNvPr id="608" name="Google Shape;608;p61"/>
            <p:cNvGrpSpPr/>
            <p:nvPr/>
          </p:nvGrpSpPr>
          <p:grpSpPr>
            <a:xfrm rot="5400000">
              <a:off x="-1364895" y="1450620"/>
              <a:ext cx="3076500" cy="342900"/>
              <a:chOff x="-1364932" y="1450658"/>
              <a:chExt cx="3076500" cy="342900"/>
            </a:xfrm>
          </p:grpSpPr>
          <p:sp>
            <p:nvSpPr>
              <p:cNvPr id="609" name="Google Shape;609;p61"/>
              <p:cNvSpPr/>
              <p:nvPr/>
            </p:nvSpPr>
            <p:spPr>
              <a:xfrm>
                <a:off x="-1364932" y="1450658"/>
                <a:ext cx="30765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0" name="Google Shape;610;p61"/>
              <p:cNvSpPr txBox="1"/>
              <p:nvPr/>
            </p:nvSpPr>
            <p:spPr>
              <a:xfrm>
                <a:off x="-1364932" y="1450658"/>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grpSp>
        <p:grpSp>
          <p:nvGrpSpPr>
            <p:cNvPr id="611" name="Google Shape;611;p61"/>
            <p:cNvGrpSpPr/>
            <p:nvPr/>
          </p:nvGrpSpPr>
          <p:grpSpPr>
            <a:xfrm rot="5400000">
              <a:off x="-588645" y="4141470"/>
              <a:ext cx="1524000" cy="342900"/>
              <a:chOff x="-588645" y="4141470"/>
              <a:chExt cx="1524000" cy="342900"/>
            </a:xfrm>
          </p:grpSpPr>
          <p:sp>
            <p:nvSpPr>
              <p:cNvPr id="612" name="Google Shape;612;p61"/>
              <p:cNvSpPr/>
              <p:nvPr/>
            </p:nvSpPr>
            <p:spPr>
              <a:xfrm>
                <a:off x="-588645" y="4141470"/>
                <a:ext cx="15240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3" name="Google Shape;613;p61"/>
              <p:cNvSpPr txBox="1"/>
              <p:nvPr/>
            </p:nvSpPr>
            <p:spPr>
              <a:xfrm>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grpSp>
      </p:grpSp>
      <p:sp>
        <p:nvSpPr>
          <p:cNvPr id="614" name="Google Shape;614;p61"/>
          <p:cNvSpPr txBox="1"/>
          <p:nvPr/>
        </p:nvSpPr>
        <p:spPr>
          <a:xfrm>
            <a:off x="666750" y="285750"/>
            <a:ext cx="78105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3200">
                <a:solidFill>
                  <a:srgbClr val="FFFFFF"/>
                </a:solidFill>
                <a:latin typeface="Unbounded"/>
                <a:ea typeface="Unbounded"/>
                <a:cs typeface="Unbounded"/>
                <a:sym typeface="Unbounded"/>
              </a:rPr>
              <a:t>Concepts théoriques</a:t>
            </a:r>
            <a:endParaRPr b="1" sz="3200">
              <a:solidFill>
                <a:srgbClr val="FFFFFF"/>
              </a:solidFill>
              <a:latin typeface="Unbounded"/>
              <a:ea typeface="Unbounded"/>
              <a:cs typeface="Unbounded"/>
              <a:sym typeface="Unbounded"/>
            </a:endParaRPr>
          </a:p>
        </p:txBody>
      </p:sp>
      <p:sp>
        <p:nvSpPr>
          <p:cNvPr id="615" name="Google Shape;615;p61"/>
          <p:cNvSpPr txBox="1"/>
          <p:nvPr/>
        </p:nvSpPr>
        <p:spPr>
          <a:xfrm>
            <a:off x="666750" y="957200"/>
            <a:ext cx="7810500" cy="215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 sz="1400">
                <a:solidFill>
                  <a:schemeClr val="dk2"/>
                </a:solidFill>
                <a:latin typeface="Work Sans"/>
                <a:ea typeface="Work Sans"/>
                <a:cs typeface="Work Sans"/>
                <a:sym typeface="Work Sans"/>
              </a:rPr>
              <a:t>Modèle de Scherer : focus sur le signal physiologique (valence et arousal).</a:t>
            </a:r>
            <a:endParaRPr b="1" sz="1400">
              <a:solidFill>
                <a:schemeClr val="dk2"/>
              </a:solidFill>
              <a:latin typeface="Work Sans"/>
              <a:ea typeface="Work Sans"/>
              <a:cs typeface="Work Sans"/>
              <a:sym typeface="Work Sans"/>
            </a:endParaRPr>
          </a:p>
        </p:txBody>
      </p:sp>
      <p:grpSp>
        <p:nvGrpSpPr>
          <p:cNvPr id="616" name="Google Shape;616;p61"/>
          <p:cNvGrpSpPr/>
          <p:nvPr/>
        </p:nvGrpSpPr>
        <p:grpSpPr>
          <a:xfrm>
            <a:off x="1477600" y="1351454"/>
            <a:ext cx="2571900" cy="3562445"/>
            <a:chOff x="666750" y="1714501"/>
            <a:chExt cx="2571900" cy="2476500"/>
          </a:xfrm>
        </p:grpSpPr>
        <p:sp>
          <p:nvSpPr>
            <p:cNvPr id="617" name="Google Shape;617;p61"/>
            <p:cNvSpPr/>
            <p:nvPr/>
          </p:nvSpPr>
          <p:spPr>
            <a:xfrm>
              <a:off x="666750" y="1714501"/>
              <a:ext cx="2571900" cy="2476500"/>
            </a:xfrm>
            <a:prstGeom prst="roundRect">
              <a:avLst>
                <a:gd fmla="val 5768"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8" name="Google Shape;618;p61"/>
            <p:cNvSpPr txBox="1"/>
            <p:nvPr/>
          </p:nvSpPr>
          <p:spPr>
            <a:xfrm>
              <a:off x="857250" y="1905001"/>
              <a:ext cx="21909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E02D00"/>
                  </a:solidFill>
                  <a:latin typeface="Work Sans"/>
                  <a:ea typeface="Work Sans"/>
                  <a:cs typeface="Work Sans"/>
                  <a:sym typeface="Work Sans"/>
                </a:rPr>
                <a:t>Modèle de Scherer</a:t>
              </a:r>
              <a:endParaRPr b="1" sz="1400">
                <a:solidFill>
                  <a:srgbClr val="E02D00"/>
                </a:solidFill>
                <a:latin typeface="Work Sans"/>
                <a:ea typeface="Work Sans"/>
                <a:cs typeface="Work Sans"/>
                <a:sym typeface="Work Sans"/>
              </a:endParaRPr>
            </a:p>
            <a:p>
              <a:pPr indent="0" lvl="0" marL="0" rtl="0" algn="l">
                <a:spcBef>
                  <a:spcPts val="1500"/>
                </a:spcBef>
                <a:spcAft>
                  <a:spcPts val="0"/>
                </a:spcAft>
                <a:buNone/>
              </a:pPr>
              <a:r>
                <a:t/>
              </a:r>
              <a:endParaRPr b="0" sz="1100">
                <a:solidFill>
                  <a:srgbClr val="E02D00"/>
                </a:solidFill>
                <a:latin typeface="Work Sans"/>
                <a:ea typeface="Work Sans"/>
                <a:cs typeface="Work Sans"/>
                <a:sym typeface="Work Sans"/>
              </a:endParaRPr>
            </a:p>
          </p:txBody>
        </p:sp>
      </p:grpSp>
      <p:grpSp>
        <p:nvGrpSpPr>
          <p:cNvPr id="619" name="Google Shape;619;p61"/>
          <p:cNvGrpSpPr/>
          <p:nvPr/>
        </p:nvGrpSpPr>
        <p:grpSpPr>
          <a:xfrm>
            <a:off x="4657800" y="1641715"/>
            <a:ext cx="2571900" cy="1194911"/>
            <a:chOff x="4657800" y="2165640"/>
            <a:chExt cx="2571900" cy="2476500"/>
          </a:xfrm>
        </p:grpSpPr>
        <p:sp>
          <p:nvSpPr>
            <p:cNvPr id="620" name="Google Shape;620;p61"/>
            <p:cNvSpPr/>
            <p:nvPr/>
          </p:nvSpPr>
          <p:spPr>
            <a:xfrm>
              <a:off x="4657800" y="2165640"/>
              <a:ext cx="2571900" cy="2476500"/>
            </a:xfrm>
            <a:prstGeom prst="roundRect">
              <a:avLst>
                <a:gd fmla="val 5769" name="adj"/>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1" name="Google Shape;621;p61"/>
            <p:cNvSpPr txBox="1"/>
            <p:nvPr/>
          </p:nvSpPr>
          <p:spPr>
            <a:xfrm>
              <a:off x="4848300" y="2356149"/>
              <a:ext cx="2190900" cy="2095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FFFFF"/>
                  </a:solidFill>
                  <a:latin typeface="Work Sans"/>
                  <a:ea typeface="Work Sans"/>
                  <a:cs typeface="Work Sans"/>
                  <a:sym typeface="Work Sans"/>
                </a:rPr>
                <a:t>Motivation Intrinsèque</a:t>
              </a:r>
              <a:endParaRPr b="1" sz="1400">
                <a:solidFill>
                  <a:srgbClr val="FFFFFF"/>
                </a:solidFill>
                <a:latin typeface="Work Sans"/>
                <a:ea typeface="Work Sans"/>
                <a:cs typeface="Work Sans"/>
                <a:sym typeface="Work Sans"/>
              </a:endParaRPr>
            </a:p>
            <a:p>
              <a:pPr indent="0" lvl="0" marL="0" rtl="0" algn="l">
                <a:spcBef>
                  <a:spcPts val="1500"/>
                </a:spcBef>
                <a:spcAft>
                  <a:spcPts val="0"/>
                </a:spcAft>
                <a:buNone/>
              </a:pPr>
              <a:r>
                <a:rPr b="0" lang="en" sz="1100">
                  <a:solidFill>
                    <a:schemeClr val="dk2"/>
                  </a:solidFill>
                  <a:latin typeface="Work Sans"/>
                  <a:ea typeface="Work Sans"/>
                  <a:cs typeface="Work Sans"/>
                  <a:sym typeface="Work Sans"/>
                </a:rPr>
                <a:t>Faire l'activité pour le plaisir pur qu'elle procure, sans récompense externe.</a:t>
              </a:r>
              <a:endParaRPr b="0" sz="1100">
                <a:solidFill>
                  <a:schemeClr val="dk2"/>
                </a:solidFill>
                <a:latin typeface="Work Sans"/>
                <a:ea typeface="Work Sans"/>
                <a:cs typeface="Work Sans"/>
                <a:sym typeface="Work Sans"/>
              </a:endParaRPr>
            </a:p>
          </p:txBody>
        </p:sp>
      </p:grpSp>
      <p:grpSp>
        <p:nvGrpSpPr>
          <p:cNvPr id="622" name="Google Shape;622;p61"/>
          <p:cNvGrpSpPr/>
          <p:nvPr/>
        </p:nvGrpSpPr>
        <p:grpSpPr>
          <a:xfrm>
            <a:off x="4657800" y="3215208"/>
            <a:ext cx="2571900" cy="1194911"/>
            <a:chOff x="6191250" y="1714500"/>
            <a:chExt cx="2571900" cy="2476500"/>
          </a:xfrm>
        </p:grpSpPr>
        <p:sp>
          <p:nvSpPr>
            <p:cNvPr id="623" name="Google Shape;623;p61"/>
            <p:cNvSpPr/>
            <p:nvPr/>
          </p:nvSpPr>
          <p:spPr>
            <a:xfrm>
              <a:off x="6191250" y="1714500"/>
              <a:ext cx="2571900" cy="2476500"/>
            </a:xfrm>
            <a:prstGeom prst="roundRect">
              <a:avLst>
                <a:gd fmla="val 5769" name="adj"/>
              </a:avLst>
            </a:prstGeom>
            <a:solidFill>
              <a:srgbClr val="000000">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61"/>
            <p:cNvSpPr txBox="1"/>
            <p:nvPr/>
          </p:nvSpPr>
          <p:spPr>
            <a:xfrm>
              <a:off x="6381750" y="1905000"/>
              <a:ext cx="2190900" cy="2095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FFFFF"/>
                  </a:solidFill>
                  <a:latin typeface="Work Sans"/>
                  <a:ea typeface="Work Sans"/>
                  <a:cs typeface="Work Sans"/>
                  <a:sym typeface="Work Sans"/>
                </a:rPr>
                <a:t>Zone de Flow</a:t>
              </a:r>
              <a:endParaRPr b="1" sz="1400">
                <a:solidFill>
                  <a:srgbClr val="FFFFFF"/>
                </a:solidFill>
                <a:latin typeface="Work Sans"/>
                <a:ea typeface="Work Sans"/>
                <a:cs typeface="Work Sans"/>
                <a:sym typeface="Work Sans"/>
              </a:endParaRPr>
            </a:p>
            <a:p>
              <a:pPr indent="0" lvl="0" marL="0" rtl="0" algn="l">
                <a:spcBef>
                  <a:spcPts val="1500"/>
                </a:spcBef>
                <a:spcAft>
                  <a:spcPts val="0"/>
                </a:spcAft>
                <a:buNone/>
              </a:pPr>
              <a:r>
                <a:rPr b="0" lang="en" sz="1100">
                  <a:solidFill>
                    <a:srgbClr val="FFFFFF"/>
                  </a:solidFill>
                  <a:latin typeface="Work Sans"/>
                  <a:ea typeface="Work Sans"/>
                  <a:cs typeface="Work Sans"/>
                  <a:sym typeface="Work Sans"/>
                </a:rPr>
                <a:t>Équilibre parfait entre le défi proposé et la compétence du joueur.</a:t>
              </a:r>
              <a:endParaRPr b="0" sz="1100">
                <a:solidFill>
                  <a:srgbClr val="FFFFFF"/>
                </a:solidFill>
                <a:latin typeface="Work Sans"/>
                <a:ea typeface="Work Sans"/>
                <a:cs typeface="Work Sans"/>
                <a:sym typeface="Work Sans"/>
              </a:endParaRPr>
            </a:p>
          </p:txBody>
        </p:sp>
      </p:grpSp>
      <p:pic>
        <p:nvPicPr>
          <p:cNvPr id="625" name="Google Shape;625;p61"/>
          <p:cNvPicPr preferRelativeResize="0"/>
          <p:nvPr/>
        </p:nvPicPr>
        <p:blipFill rotWithShape="1">
          <a:blip r:embed="rId4">
            <a:alphaModFix/>
          </a:blip>
          <a:srcRect b="3627" l="0" r="4717" t="6807"/>
          <a:stretch/>
        </p:blipFill>
        <p:spPr>
          <a:xfrm>
            <a:off x="1567185" y="2193650"/>
            <a:ext cx="2392726" cy="17779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629" name="Shape 629"/>
        <p:cNvGrpSpPr/>
        <p:nvPr/>
      </p:nvGrpSpPr>
      <p:grpSpPr>
        <a:xfrm>
          <a:off x="0" y="0"/>
          <a:ext cx="0" cy="0"/>
          <a:chOff x="0" y="0"/>
          <a:chExt cx="0" cy="0"/>
        </a:xfrm>
      </p:grpSpPr>
      <p:sp>
        <p:nvSpPr>
          <p:cNvPr id="630" name="Google Shape;630;p62"/>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1" name="Google Shape;631;p62"/>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632" name="Google Shape;632;p62"/>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633" name="Google Shape;633;p62"/>
          <p:cNvSpPr txBox="1"/>
          <p:nvPr/>
        </p:nvSpPr>
        <p:spPr>
          <a:xfrm>
            <a:off x="666750" y="268600"/>
            <a:ext cx="7810500" cy="666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3200">
                <a:solidFill>
                  <a:srgbClr val="FFFFFF"/>
                </a:solidFill>
                <a:latin typeface="Unbounded"/>
                <a:ea typeface="Unbounded"/>
                <a:cs typeface="Unbounded"/>
                <a:sym typeface="Unbounded"/>
              </a:rPr>
              <a:t>Carte BITalino</a:t>
            </a:r>
            <a:endParaRPr b="1" i="0" sz="3200">
              <a:solidFill>
                <a:srgbClr val="FFFFFF"/>
              </a:solidFill>
              <a:latin typeface="Unbounded"/>
              <a:ea typeface="Unbounded"/>
              <a:cs typeface="Unbounded"/>
              <a:sym typeface="Unbounded"/>
            </a:endParaRPr>
          </a:p>
        </p:txBody>
      </p:sp>
      <p:grpSp>
        <p:nvGrpSpPr>
          <p:cNvPr id="634" name="Google Shape;634;p62"/>
          <p:cNvGrpSpPr/>
          <p:nvPr/>
        </p:nvGrpSpPr>
        <p:grpSpPr>
          <a:xfrm>
            <a:off x="4466854" y="1174661"/>
            <a:ext cx="4000500" cy="2030753"/>
            <a:chOff x="4476754" y="1333499"/>
            <a:chExt cx="4000500" cy="1428900"/>
          </a:xfrm>
        </p:grpSpPr>
        <p:sp>
          <p:nvSpPr>
            <p:cNvPr id="635" name="Google Shape;635;p62"/>
            <p:cNvSpPr/>
            <p:nvPr/>
          </p:nvSpPr>
          <p:spPr>
            <a:xfrm>
              <a:off x="4476754" y="1333499"/>
              <a:ext cx="4000500" cy="1428900"/>
            </a:xfrm>
            <a:prstGeom prst="roundRect">
              <a:avLst>
                <a:gd fmla="val 10000" name="adj"/>
              </a:avLst>
            </a:prstGeom>
            <a:solidFill>
              <a:srgbClr val="FFFFFF">
                <a:alpha val="1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6" name="Google Shape;636;p62"/>
            <p:cNvSpPr txBox="1"/>
            <p:nvPr/>
          </p:nvSpPr>
          <p:spPr>
            <a:xfrm>
              <a:off x="4667254" y="1476374"/>
              <a:ext cx="36195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290">
                  <a:solidFill>
                    <a:srgbClr val="FFFFFF"/>
                  </a:solidFill>
                  <a:latin typeface="Work Sans SemiBold"/>
                  <a:ea typeface="Work Sans SemiBold"/>
                  <a:cs typeface="Work Sans SemiBold"/>
                  <a:sym typeface="Work Sans SemiBold"/>
                </a:rPr>
                <a:t>6 Entrées Capteurs</a:t>
              </a:r>
              <a:endParaRPr b="0" i="0" sz="1290">
                <a:solidFill>
                  <a:srgbClr val="FFFFFF"/>
                </a:solidFill>
                <a:latin typeface="Work Sans SemiBold"/>
                <a:ea typeface="Work Sans SemiBold"/>
                <a:cs typeface="Work Sans SemiBold"/>
                <a:sym typeface="Work Sans SemiBold"/>
              </a:endParaRPr>
            </a:p>
            <a:p>
              <a:pPr indent="0" lvl="0" marL="0" rtl="0" algn="l">
                <a:spcBef>
                  <a:spcPts val="1125"/>
                </a:spcBef>
                <a:spcAft>
                  <a:spcPts val="0"/>
                </a:spcAft>
                <a:buNone/>
              </a:pPr>
              <a:r>
                <a:rPr b="0" i="0" lang="en" sz="932">
                  <a:solidFill>
                    <a:srgbClr val="FFFFFF"/>
                  </a:solidFill>
                  <a:latin typeface="Work Sans"/>
                  <a:ea typeface="Work Sans"/>
                  <a:cs typeface="Work Sans"/>
                  <a:sym typeface="Work Sans"/>
                </a:rPr>
                <a:t>• Respiration</a:t>
              </a:r>
              <a:endParaRPr b="0" i="0" sz="932">
                <a:solidFill>
                  <a:srgbClr val="FFFFFF"/>
                </a:solidFill>
                <a:latin typeface="Work Sans SemiBold"/>
                <a:ea typeface="Work Sans SemiBold"/>
                <a:cs typeface="Work Sans SemiBold"/>
                <a:sym typeface="Work Sans SemiBold"/>
              </a:endParaRPr>
            </a:p>
            <a:p>
              <a:pPr indent="0" lvl="0" marL="0" rtl="0" algn="l">
                <a:spcBef>
                  <a:spcPts val="1125"/>
                </a:spcBef>
                <a:spcAft>
                  <a:spcPts val="0"/>
                </a:spcAft>
                <a:buNone/>
              </a:pPr>
              <a:r>
                <a:rPr b="0" i="0" lang="en" sz="932">
                  <a:solidFill>
                    <a:srgbClr val="FFFFFF"/>
                  </a:solidFill>
                  <a:latin typeface="Work Sans"/>
                  <a:ea typeface="Work Sans"/>
                  <a:cs typeface="Work Sans"/>
                  <a:sym typeface="Work Sans"/>
                </a:rPr>
                <a:t>• ElectroMyoGramme</a:t>
              </a:r>
              <a:endParaRPr b="0" i="0" sz="932">
                <a:solidFill>
                  <a:srgbClr val="FFFFFF"/>
                </a:solidFill>
                <a:latin typeface="Work Sans SemiBold"/>
                <a:ea typeface="Work Sans SemiBold"/>
                <a:cs typeface="Work Sans SemiBold"/>
                <a:sym typeface="Work Sans SemiBold"/>
              </a:endParaRPr>
            </a:p>
            <a:p>
              <a:pPr indent="0" lvl="0" marL="0" rtl="0" algn="l">
                <a:spcBef>
                  <a:spcPts val="1125"/>
                </a:spcBef>
                <a:spcAft>
                  <a:spcPts val="0"/>
                </a:spcAft>
                <a:buNone/>
              </a:pPr>
              <a:r>
                <a:rPr b="0" i="0" lang="en" sz="932">
                  <a:solidFill>
                    <a:srgbClr val="FFFFFF"/>
                  </a:solidFill>
                  <a:latin typeface="Work Sans"/>
                  <a:ea typeface="Work Sans"/>
                  <a:cs typeface="Work Sans"/>
                  <a:sym typeface="Work Sans"/>
                </a:rPr>
                <a:t>• Electro-DermalActivity</a:t>
              </a:r>
              <a:endParaRPr b="0" i="0" sz="932">
                <a:solidFill>
                  <a:srgbClr val="FFFFFF"/>
                </a:solidFill>
                <a:latin typeface="Work Sans SemiBold"/>
                <a:ea typeface="Work Sans SemiBold"/>
                <a:cs typeface="Work Sans SemiBold"/>
                <a:sym typeface="Work Sans SemiBold"/>
              </a:endParaRPr>
            </a:p>
            <a:p>
              <a:pPr indent="0" lvl="0" marL="0" rtl="0" algn="l">
                <a:spcBef>
                  <a:spcPts val="1125"/>
                </a:spcBef>
                <a:spcAft>
                  <a:spcPts val="0"/>
                </a:spcAft>
                <a:buNone/>
              </a:pPr>
              <a:r>
                <a:rPr b="0" i="0" lang="en" sz="932">
                  <a:solidFill>
                    <a:srgbClr val="FFFFFF"/>
                  </a:solidFill>
                  <a:latin typeface="Work Sans"/>
                  <a:ea typeface="Work Sans"/>
                  <a:cs typeface="Work Sans"/>
                  <a:sym typeface="Work Sans"/>
                </a:rPr>
                <a:t>• </a:t>
              </a:r>
              <a:r>
                <a:rPr b="0" i="0" lang="en" sz="932">
                  <a:solidFill>
                    <a:srgbClr val="FFFFFF"/>
                  </a:solidFill>
                  <a:latin typeface="Work Sans"/>
                  <a:ea typeface="Work Sans"/>
                  <a:cs typeface="Work Sans"/>
                  <a:sym typeface="Work Sans"/>
                </a:rPr>
                <a:t>Photo-Pléth</a:t>
              </a:r>
              <a:r>
                <a:rPr lang="en" sz="932">
                  <a:solidFill>
                    <a:srgbClr val="FFFFFF"/>
                  </a:solidFill>
                  <a:latin typeface="Work Sans"/>
                  <a:ea typeface="Work Sans"/>
                  <a:cs typeface="Work Sans"/>
                  <a:sym typeface="Work Sans"/>
                </a:rPr>
                <a:t>y</a:t>
              </a:r>
              <a:r>
                <a:rPr b="0" i="0" lang="en" sz="932">
                  <a:solidFill>
                    <a:srgbClr val="FFFFFF"/>
                  </a:solidFill>
                  <a:latin typeface="Work Sans"/>
                  <a:ea typeface="Work Sans"/>
                  <a:cs typeface="Work Sans"/>
                  <a:sym typeface="Work Sans"/>
                </a:rPr>
                <a:t>smoGraphique</a:t>
              </a:r>
              <a:endParaRPr b="0" i="0" sz="932">
                <a:solidFill>
                  <a:srgbClr val="FFFFFF"/>
                </a:solidFill>
                <a:latin typeface="Work Sans SemiBold"/>
                <a:ea typeface="Work Sans SemiBold"/>
                <a:cs typeface="Work Sans SemiBold"/>
                <a:sym typeface="Work Sans SemiBold"/>
              </a:endParaRPr>
            </a:p>
            <a:p>
              <a:pPr indent="0" lvl="0" marL="0" rtl="0" algn="l">
                <a:spcBef>
                  <a:spcPts val="1125"/>
                </a:spcBef>
                <a:spcAft>
                  <a:spcPts val="1125"/>
                </a:spcAft>
                <a:buNone/>
              </a:pPr>
              <a:r>
                <a:rPr b="0" i="0" lang="en" sz="932">
                  <a:solidFill>
                    <a:srgbClr val="FFFFFF"/>
                  </a:solidFill>
                  <a:latin typeface="Work Sans"/>
                  <a:ea typeface="Work Sans"/>
                  <a:cs typeface="Work Sans"/>
                  <a:sym typeface="Work Sans"/>
                </a:rPr>
                <a:t>• ACCélération (Axes X &amp; Z)</a:t>
              </a:r>
              <a:endParaRPr b="0" i="0" sz="932">
                <a:solidFill>
                  <a:srgbClr val="FFFFFF"/>
                </a:solidFill>
                <a:latin typeface="Work Sans SemiBold"/>
                <a:ea typeface="Work Sans SemiBold"/>
                <a:cs typeface="Work Sans SemiBold"/>
                <a:sym typeface="Work Sans SemiBold"/>
              </a:endParaRPr>
            </a:p>
          </p:txBody>
        </p:sp>
      </p:grpSp>
      <p:grpSp>
        <p:nvGrpSpPr>
          <p:cNvPr id="637" name="Google Shape;637;p62"/>
          <p:cNvGrpSpPr/>
          <p:nvPr/>
        </p:nvGrpSpPr>
        <p:grpSpPr>
          <a:xfrm>
            <a:off x="4466854" y="3444602"/>
            <a:ext cx="4000500" cy="952500"/>
            <a:chOff x="4476754" y="2896527"/>
            <a:chExt cx="4000500" cy="952500"/>
          </a:xfrm>
        </p:grpSpPr>
        <p:sp>
          <p:nvSpPr>
            <p:cNvPr id="638" name="Google Shape;638;p62"/>
            <p:cNvSpPr/>
            <p:nvPr/>
          </p:nvSpPr>
          <p:spPr>
            <a:xfrm>
              <a:off x="4476754" y="2896527"/>
              <a:ext cx="4000500" cy="952500"/>
            </a:xfrm>
            <a:prstGeom prst="roundRect">
              <a:avLst>
                <a:gd fmla="val 15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9" name="Google Shape;639;p62"/>
            <p:cNvSpPr txBox="1"/>
            <p:nvPr/>
          </p:nvSpPr>
          <p:spPr>
            <a:xfrm>
              <a:off x="4667254" y="3095628"/>
              <a:ext cx="3619500" cy="666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665">
                  <a:solidFill>
                    <a:srgbClr val="6AA84F"/>
                  </a:solidFill>
                  <a:latin typeface="Work Sans SemiBold"/>
                  <a:ea typeface="Work Sans SemiBold"/>
                  <a:cs typeface="Work Sans SemiBold"/>
                  <a:sym typeface="Work Sans SemiBold"/>
                </a:rPr>
                <a:t>Spécifications</a:t>
              </a:r>
              <a:endParaRPr b="0" i="0" sz="1665">
                <a:solidFill>
                  <a:srgbClr val="6AA84F"/>
                </a:solidFill>
                <a:latin typeface="Work Sans SemiBold"/>
                <a:ea typeface="Work Sans SemiBold"/>
                <a:cs typeface="Work Sans SemiBold"/>
                <a:sym typeface="Work Sans SemiBold"/>
              </a:endParaRPr>
            </a:p>
            <a:p>
              <a:pPr indent="0" lvl="0" marL="0" rtl="0" algn="l">
                <a:spcBef>
                  <a:spcPts val="1125"/>
                </a:spcBef>
                <a:spcAft>
                  <a:spcPts val="1125"/>
                </a:spcAft>
                <a:buNone/>
              </a:pPr>
              <a:r>
                <a:rPr b="0" i="0" lang="en" sz="1203">
                  <a:solidFill>
                    <a:srgbClr val="6AA84F"/>
                  </a:solidFill>
                  <a:latin typeface="Work Sans"/>
                  <a:ea typeface="Work Sans"/>
                  <a:cs typeface="Work Sans"/>
                  <a:sym typeface="Work Sans"/>
                </a:rPr>
                <a:t>100Hz | 16 bits | ADC 0–65535</a:t>
              </a:r>
              <a:endParaRPr b="0" i="0" sz="1203">
                <a:solidFill>
                  <a:srgbClr val="6AA84F"/>
                </a:solidFill>
                <a:latin typeface="Work Sans SemiBold"/>
                <a:ea typeface="Work Sans SemiBold"/>
                <a:cs typeface="Work Sans SemiBold"/>
                <a:sym typeface="Work Sans SemiBold"/>
              </a:endParaRPr>
            </a:p>
          </p:txBody>
        </p:sp>
      </p:grpSp>
      <p:pic>
        <p:nvPicPr>
          <p:cNvPr id="640" name="Google Shape;640;p62"/>
          <p:cNvPicPr preferRelativeResize="0"/>
          <p:nvPr/>
        </p:nvPicPr>
        <p:blipFill>
          <a:blip r:embed="rId3">
            <a:alphaModFix/>
          </a:blip>
          <a:stretch>
            <a:fillRect/>
          </a:stretch>
        </p:blipFill>
        <p:spPr>
          <a:xfrm>
            <a:off x="1014325" y="1355050"/>
            <a:ext cx="2785901" cy="2785901"/>
          </a:xfrm>
          <a:prstGeom prst="rect">
            <a:avLst/>
          </a:prstGeom>
          <a:solidFill>
            <a:srgbClr val="000000">
              <a:alpha val="0"/>
            </a:srgbClr>
          </a:solidFill>
          <a:ln cap="flat" cmpd="sng" w="28575">
            <a:solidFill>
              <a:srgbClr val="E02D00"/>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644" name="Shape 644"/>
        <p:cNvGrpSpPr/>
        <p:nvPr/>
      </p:nvGrpSpPr>
      <p:grpSpPr>
        <a:xfrm>
          <a:off x="0" y="0"/>
          <a:ext cx="0" cy="0"/>
          <a:chOff x="0" y="0"/>
          <a:chExt cx="0" cy="0"/>
        </a:xfrm>
      </p:grpSpPr>
      <p:sp>
        <p:nvSpPr>
          <p:cNvPr id="645" name="Google Shape;645;p63"/>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6" name="Google Shape;646;p63"/>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647" name="Google Shape;647;p63"/>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648" name="Google Shape;648;p63"/>
          <p:cNvSpPr txBox="1"/>
          <p:nvPr/>
        </p:nvSpPr>
        <p:spPr>
          <a:xfrm>
            <a:off x="666750" y="285750"/>
            <a:ext cx="7810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800">
                <a:solidFill>
                  <a:srgbClr val="FFFFFF"/>
                </a:solidFill>
                <a:latin typeface="Unbounded"/>
                <a:ea typeface="Unbounded"/>
                <a:cs typeface="Unbounded"/>
                <a:sym typeface="Unbounded"/>
              </a:rPr>
              <a:t>Acquisition &amp; Pré-traitement</a:t>
            </a:r>
            <a:endParaRPr b="1" i="0" sz="2800">
              <a:solidFill>
                <a:srgbClr val="FFFFFF"/>
              </a:solidFill>
              <a:latin typeface="Unbounded"/>
              <a:ea typeface="Unbounded"/>
              <a:cs typeface="Unbounded"/>
              <a:sym typeface="Unbounded"/>
            </a:endParaRPr>
          </a:p>
        </p:txBody>
      </p:sp>
      <p:sp>
        <p:nvSpPr>
          <p:cNvPr id="649" name="Google Shape;649;p63"/>
          <p:cNvSpPr/>
          <p:nvPr/>
        </p:nvSpPr>
        <p:spPr>
          <a:xfrm>
            <a:off x="781350" y="1836425"/>
            <a:ext cx="3810000" cy="1714500"/>
          </a:xfrm>
          <a:prstGeom prst="roundRect">
            <a:avLst>
              <a:gd fmla="val 8333" name="adj"/>
            </a:avLst>
          </a:prstGeom>
          <a:solidFill>
            <a:srgbClr val="FFFFFF">
              <a:alpha val="15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63"/>
          <p:cNvSpPr txBox="1"/>
          <p:nvPr/>
        </p:nvSpPr>
        <p:spPr>
          <a:xfrm>
            <a:off x="971850" y="2026925"/>
            <a:ext cx="34290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400">
                <a:solidFill>
                  <a:srgbClr val="FFFFFF"/>
                </a:solidFill>
                <a:latin typeface="Work Sans SemiBold"/>
                <a:ea typeface="Work Sans SemiBold"/>
                <a:cs typeface="Work Sans SemiBold"/>
                <a:sym typeface="Work Sans SemiBold"/>
              </a:rPr>
              <a:t>1. Phase de Calibration (30s)</a:t>
            </a:r>
            <a:endParaRPr b="0" i="0" sz="1400">
              <a:solidFill>
                <a:srgbClr val="FFFFFF"/>
              </a:solidFill>
              <a:latin typeface="Work Sans SemiBold"/>
              <a:ea typeface="Work Sans SemiBold"/>
              <a:cs typeface="Work Sans SemiBold"/>
              <a:sym typeface="Work Sans SemiBold"/>
            </a:endParaRPr>
          </a:p>
          <a:p>
            <a:pPr indent="0" lvl="0" marL="0" rtl="0" algn="l">
              <a:spcBef>
                <a:spcPts val="1000"/>
              </a:spcBef>
              <a:spcAft>
                <a:spcPts val="0"/>
              </a:spcAft>
              <a:buNone/>
            </a:pPr>
            <a:r>
              <a:rPr b="0" i="0" lang="en" sz="1100">
                <a:solidFill>
                  <a:srgbClr val="FFFFFF"/>
                </a:solidFill>
                <a:latin typeface="Work Sans"/>
                <a:ea typeface="Work Sans"/>
                <a:cs typeface="Work Sans"/>
                <a:sym typeface="Work Sans"/>
              </a:rPr>
              <a:t>• Établissement de la </a:t>
            </a:r>
            <a:r>
              <a:rPr b="0" i="0" lang="en" sz="1100">
                <a:solidFill>
                  <a:srgbClr val="FFFFFF"/>
                </a:solidFill>
                <a:latin typeface="Work Sans SemiBold"/>
                <a:ea typeface="Work Sans SemiBold"/>
                <a:cs typeface="Work Sans SemiBold"/>
                <a:sym typeface="Work Sans SemiBold"/>
              </a:rPr>
              <a:t>baseline individuelle</a:t>
            </a:r>
            <a:endParaRPr b="0" i="0" sz="1100">
              <a:solidFill>
                <a:srgbClr val="FFFFFF"/>
              </a:solidFill>
              <a:latin typeface="Work Sans"/>
              <a:ea typeface="Work Sans"/>
              <a:cs typeface="Work Sans"/>
              <a:sym typeface="Work Sans"/>
            </a:endParaRPr>
          </a:p>
          <a:p>
            <a:pPr indent="0" lvl="0" marL="0" rtl="0" algn="l">
              <a:spcBef>
                <a:spcPts val="600"/>
              </a:spcBef>
              <a:spcAft>
                <a:spcPts val="0"/>
              </a:spcAft>
              <a:buNone/>
            </a:pPr>
            <a:r>
              <a:rPr b="0" i="0" lang="en" sz="1100">
                <a:solidFill>
                  <a:srgbClr val="FFFFFF"/>
                </a:solidFill>
                <a:latin typeface="Work Sans"/>
                <a:ea typeface="Work Sans"/>
                <a:cs typeface="Work Sans"/>
                <a:sym typeface="Work Sans"/>
              </a:rPr>
              <a:t>• Nécessaire pour s’adapter aux différences inter et intra personnes</a:t>
            </a:r>
            <a:endParaRPr b="0" i="0" sz="1100">
              <a:solidFill>
                <a:srgbClr val="FFFFFF"/>
              </a:solidFill>
              <a:latin typeface="Work Sans"/>
              <a:ea typeface="Work Sans"/>
              <a:cs typeface="Work Sans"/>
              <a:sym typeface="Work Sans"/>
            </a:endParaRPr>
          </a:p>
          <a:p>
            <a:pPr indent="0" lvl="0" marL="0" rtl="0" algn="l">
              <a:spcBef>
                <a:spcPts val="600"/>
              </a:spcBef>
              <a:spcAft>
                <a:spcPts val="0"/>
              </a:spcAft>
              <a:buNone/>
            </a:pPr>
            <a:r>
              <a:rPr b="0" i="0" lang="en" sz="1100">
                <a:solidFill>
                  <a:srgbClr val="FFFFFF"/>
                </a:solidFill>
                <a:latin typeface="Work Sans"/>
                <a:ea typeface="Work Sans"/>
                <a:cs typeface="Work Sans"/>
                <a:sym typeface="Work Sans"/>
              </a:rPr>
              <a:t>• Graphiques matplotlib pour suivre les courbes</a:t>
            </a:r>
            <a:endParaRPr b="0" i="0" sz="1100">
              <a:solidFill>
                <a:srgbClr val="FFFFFF"/>
              </a:solidFill>
              <a:latin typeface="Work Sans"/>
              <a:ea typeface="Work Sans"/>
              <a:cs typeface="Work Sans"/>
              <a:sym typeface="Work Sans"/>
            </a:endParaRPr>
          </a:p>
        </p:txBody>
      </p:sp>
      <p:sp>
        <p:nvSpPr>
          <p:cNvPr id="651" name="Google Shape;651;p63"/>
          <p:cNvSpPr/>
          <p:nvPr/>
        </p:nvSpPr>
        <p:spPr>
          <a:xfrm>
            <a:off x="4796150" y="2026925"/>
            <a:ext cx="3810000" cy="1391100"/>
          </a:xfrm>
          <a:prstGeom prst="roundRect">
            <a:avLst>
              <a:gd fmla="val 8333" name="adj"/>
            </a:avLst>
          </a:prstGeom>
          <a:solidFill>
            <a:srgbClr val="FFFFFF">
              <a:alpha val="15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2" name="Google Shape;652;p63"/>
          <p:cNvSpPr txBox="1"/>
          <p:nvPr/>
        </p:nvSpPr>
        <p:spPr>
          <a:xfrm>
            <a:off x="4986650" y="2191825"/>
            <a:ext cx="34290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400">
                <a:solidFill>
                  <a:srgbClr val="FFFFFF"/>
                </a:solidFill>
                <a:latin typeface="Work Sans SemiBold"/>
                <a:ea typeface="Work Sans SemiBold"/>
                <a:cs typeface="Work Sans SemiBold"/>
                <a:sym typeface="Work Sans SemiBold"/>
              </a:rPr>
              <a:t>2. Fin de la calibration</a:t>
            </a:r>
            <a:endParaRPr b="0" i="0" sz="1400">
              <a:solidFill>
                <a:srgbClr val="FFFFFF"/>
              </a:solidFill>
              <a:latin typeface="Work Sans SemiBold"/>
              <a:ea typeface="Work Sans SemiBold"/>
              <a:cs typeface="Work Sans SemiBold"/>
              <a:sym typeface="Work Sans SemiBold"/>
            </a:endParaRPr>
          </a:p>
          <a:p>
            <a:pPr indent="0" lvl="0" marL="0" rtl="0" algn="l">
              <a:spcBef>
                <a:spcPts val="1000"/>
              </a:spcBef>
              <a:spcAft>
                <a:spcPts val="0"/>
              </a:spcAft>
              <a:buNone/>
            </a:pPr>
            <a:r>
              <a:rPr b="0" i="0" lang="en" sz="1100">
                <a:solidFill>
                  <a:srgbClr val="FFFFFF"/>
                </a:solidFill>
                <a:latin typeface="Work Sans"/>
                <a:ea typeface="Work Sans"/>
                <a:cs typeface="Work Sans"/>
                <a:sym typeface="Work Sans"/>
              </a:rPr>
              <a:t>• Calculs de moyennes</a:t>
            </a:r>
            <a:endParaRPr b="0" i="0" sz="1100">
              <a:solidFill>
                <a:srgbClr val="FFFFFF"/>
              </a:solidFill>
              <a:latin typeface="Work Sans"/>
              <a:ea typeface="Work Sans"/>
              <a:cs typeface="Work Sans"/>
              <a:sym typeface="Work Sans"/>
            </a:endParaRPr>
          </a:p>
          <a:p>
            <a:pPr indent="0" lvl="0" marL="0" rtl="0" algn="l">
              <a:spcBef>
                <a:spcPts val="600"/>
              </a:spcBef>
              <a:spcAft>
                <a:spcPts val="0"/>
              </a:spcAft>
              <a:buNone/>
            </a:pPr>
            <a:r>
              <a:rPr b="0" i="0" lang="en" sz="1100">
                <a:solidFill>
                  <a:srgbClr val="FFFFFF"/>
                </a:solidFill>
                <a:latin typeface="Work Sans"/>
                <a:ea typeface="Work Sans"/>
                <a:cs typeface="Work Sans"/>
                <a:sym typeface="Work Sans"/>
              </a:rPr>
              <a:t>• Calculs de standard deviation</a:t>
            </a:r>
            <a:endParaRPr b="0" i="0" sz="1100">
              <a:solidFill>
                <a:srgbClr val="FFFFFF"/>
              </a:solidFill>
              <a:latin typeface="Work Sans"/>
              <a:ea typeface="Work Sans"/>
              <a:cs typeface="Work Sans"/>
              <a:sym typeface="Work Sans"/>
            </a:endParaRPr>
          </a:p>
          <a:p>
            <a:pPr indent="0" lvl="0" marL="0" rtl="0" algn="l">
              <a:spcBef>
                <a:spcPts val="600"/>
              </a:spcBef>
              <a:spcAft>
                <a:spcPts val="600"/>
              </a:spcAft>
              <a:buClr>
                <a:schemeClr val="dk1"/>
              </a:buClr>
              <a:buSzPts val="1100"/>
              <a:buFont typeface="Arial"/>
              <a:buNone/>
            </a:pPr>
            <a:r>
              <a:rPr lang="en" sz="1100">
                <a:solidFill>
                  <a:srgbClr val="FFFFFF"/>
                </a:solidFill>
                <a:latin typeface="Work Sans"/>
                <a:ea typeface="Work Sans"/>
                <a:cs typeface="Work Sans"/>
                <a:sym typeface="Work Sans"/>
              </a:rPr>
              <a:t>• Calcul des seuils de déclenchement pour l’EMG</a:t>
            </a:r>
            <a:endParaRPr sz="1100">
              <a:solidFill>
                <a:srgbClr val="FFFFFF"/>
              </a:solidFill>
              <a:latin typeface="Work Sans"/>
              <a:ea typeface="Work Sans"/>
              <a:cs typeface="Work Sans"/>
              <a:sym typeface="Work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656" name="Shape 656"/>
        <p:cNvGrpSpPr/>
        <p:nvPr/>
      </p:nvGrpSpPr>
      <p:grpSpPr>
        <a:xfrm>
          <a:off x="0" y="0"/>
          <a:ext cx="0" cy="0"/>
          <a:chOff x="0" y="0"/>
          <a:chExt cx="0" cy="0"/>
        </a:xfrm>
      </p:grpSpPr>
      <p:sp>
        <p:nvSpPr>
          <p:cNvPr id="657" name="Google Shape;657;p64"/>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8" name="Google Shape;658;p64"/>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659" name="Google Shape;659;p64"/>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660" name="Google Shape;660;p64"/>
          <p:cNvSpPr txBox="1"/>
          <p:nvPr/>
        </p:nvSpPr>
        <p:spPr>
          <a:xfrm>
            <a:off x="666750" y="285750"/>
            <a:ext cx="7810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Unbounded"/>
                <a:ea typeface="Unbounded"/>
                <a:cs typeface="Unbounded"/>
                <a:sym typeface="Unbounded"/>
              </a:rPr>
              <a:t>Traitement en temps réel </a:t>
            </a:r>
            <a:endParaRPr b="1" sz="2800">
              <a:solidFill>
                <a:srgbClr val="FFFFFF"/>
              </a:solidFill>
              <a:latin typeface="Unbounded"/>
              <a:ea typeface="Unbounded"/>
              <a:cs typeface="Unbounded"/>
              <a:sym typeface="Unbounded"/>
            </a:endParaRPr>
          </a:p>
        </p:txBody>
      </p:sp>
      <p:pic>
        <p:nvPicPr>
          <p:cNvPr id="661" name="Google Shape;661;p64"/>
          <p:cNvPicPr preferRelativeResize="0"/>
          <p:nvPr/>
        </p:nvPicPr>
        <p:blipFill rotWithShape="1">
          <a:blip r:embed="rId3">
            <a:alphaModFix/>
          </a:blip>
          <a:srcRect b="0" l="0" r="0" t="0"/>
          <a:stretch/>
        </p:blipFill>
        <p:spPr>
          <a:xfrm>
            <a:off x="697813" y="3058638"/>
            <a:ext cx="8010600" cy="1581300"/>
          </a:xfrm>
          <a:prstGeom prst="rect">
            <a:avLst/>
          </a:prstGeom>
          <a:noFill/>
          <a:ln>
            <a:noFill/>
          </a:ln>
        </p:spPr>
      </p:pic>
      <p:sp>
        <p:nvSpPr>
          <p:cNvPr id="662" name="Google Shape;662;p64"/>
          <p:cNvSpPr txBox="1"/>
          <p:nvPr/>
        </p:nvSpPr>
        <p:spPr>
          <a:xfrm>
            <a:off x="893075" y="3206275"/>
            <a:ext cx="762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1400">
                <a:solidFill>
                  <a:srgbClr val="FFFFFF"/>
                </a:solidFill>
                <a:latin typeface="Unbounded"/>
                <a:ea typeface="Unbounded"/>
                <a:cs typeface="Unbounded"/>
                <a:sym typeface="Unbounded"/>
              </a:rPr>
              <a:t>Logique de </a:t>
            </a:r>
            <a:r>
              <a:rPr b="1" lang="en">
                <a:solidFill>
                  <a:srgbClr val="FFFFFF"/>
                </a:solidFill>
                <a:latin typeface="Unbounded"/>
                <a:ea typeface="Unbounded"/>
                <a:cs typeface="Unbounded"/>
                <a:sym typeface="Unbounded"/>
              </a:rPr>
              <a:t>c</a:t>
            </a:r>
            <a:r>
              <a:rPr b="1" lang="en" sz="1400">
                <a:solidFill>
                  <a:srgbClr val="FFFFFF"/>
                </a:solidFill>
                <a:latin typeface="Unbounded"/>
                <a:ea typeface="Unbounded"/>
                <a:cs typeface="Unbounded"/>
                <a:sym typeface="Unbounded"/>
              </a:rPr>
              <a:t>ontrôle EMG</a:t>
            </a:r>
            <a:endParaRPr b="1" sz="1400">
              <a:solidFill>
                <a:srgbClr val="FFFFFF"/>
              </a:solidFill>
              <a:latin typeface="Unbounded"/>
              <a:ea typeface="Unbounded"/>
              <a:cs typeface="Unbounded"/>
              <a:sym typeface="Unbounded"/>
            </a:endParaRPr>
          </a:p>
        </p:txBody>
      </p:sp>
      <p:grpSp>
        <p:nvGrpSpPr>
          <p:cNvPr id="663" name="Google Shape;663;p64"/>
          <p:cNvGrpSpPr/>
          <p:nvPr/>
        </p:nvGrpSpPr>
        <p:grpSpPr>
          <a:xfrm>
            <a:off x="1464575" y="3634900"/>
            <a:ext cx="2857500" cy="809700"/>
            <a:chOff x="1428750" y="3190875"/>
            <a:chExt cx="2857500" cy="809700"/>
          </a:xfrm>
        </p:grpSpPr>
        <p:sp>
          <p:nvSpPr>
            <p:cNvPr id="664" name="Google Shape;664;p64"/>
            <p:cNvSpPr/>
            <p:nvPr/>
          </p:nvSpPr>
          <p:spPr>
            <a:xfrm>
              <a:off x="1428750" y="3190875"/>
              <a:ext cx="2857500" cy="809700"/>
            </a:xfrm>
            <a:prstGeom prst="roundRect">
              <a:avLst>
                <a:gd fmla="val 11763" name="adj"/>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5" name="Google Shape;665;p64"/>
            <p:cNvSpPr txBox="1"/>
            <p:nvPr/>
          </p:nvSpPr>
          <p:spPr>
            <a:xfrm>
              <a:off x="1524000" y="3286125"/>
              <a:ext cx="2667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FFFFFF"/>
                  </a:solidFill>
                  <a:latin typeface="Work Sans SemiBold"/>
                  <a:ea typeface="Work Sans SemiBold"/>
                  <a:cs typeface="Work Sans SemiBold"/>
                  <a:sym typeface="Work Sans SemiBold"/>
                </a:rPr>
                <a:t>DÉCLENCHEMENT TIR</a:t>
              </a:r>
              <a:endParaRPr b="0" sz="1100">
                <a:solidFill>
                  <a:srgbClr val="FFFFFF"/>
                </a:solidFill>
                <a:latin typeface="Work Sans SemiBold"/>
                <a:ea typeface="Work Sans SemiBold"/>
                <a:cs typeface="Work Sans SemiBold"/>
                <a:sym typeface="Work Sans SemiBold"/>
              </a:endParaRPr>
            </a:p>
            <a:p>
              <a:pPr indent="0" lvl="0" marL="0" rtl="0" algn="ctr">
                <a:spcBef>
                  <a:spcPts val="375"/>
                </a:spcBef>
                <a:spcAft>
                  <a:spcPts val="0"/>
                </a:spcAft>
                <a:buNone/>
              </a:pPr>
              <a:r>
                <a:rPr b="0" lang="en" sz="1100">
                  <a:solidFill>
                    <a:srgbClr val="FFFFFF"/>
                  </a:solidFill>
                  <a:latin typeface="Work Sans"/>
                  <a:ea typeface="Work Sans"/>
                  <a:cs typeface="Work Sans"/>
                  <a:sym typeface="Work Sans"/>
                </a:rPr>
                <a:t>Seuil : Mean + 20 * STD</a:t>
              </a:r>
              <a:endParaRPr b="0" sz="1100">
                <a:solidFill>
                  <a:srgbClr val="FFFFFF"/>
                </a:solidFill>
                <a:latin typeface="Work Sans"/>
                <a:ea typeface="Work Sans"/>
                <a:cs typeface="Work Sans"/>
                <a:sym typeface="Work Sans"/>
              </a:endParaRPr>
            </a:p>
            <a:p>
              <a:pPr indent="0" lvl="0" marL="0" rtl="0" algn="ctr">
                <a:spcBef>
                  <a:spcPts val="0"/>
                </a:spcBef>
                <a:spcAft>
                  <a:spcPts val="0"/>
                </a:spcAft>
                <a:buNone/>
              </a:pPr>
              <a:r>
                <a:rPr b="0" lang="en" sz="1100">
                  <a:solidFill>
                    <a:srgbClr val="FFFFFF"/>
                  </a:solidFill>
                  <a:latin typeface="Work Sans"/>
                  <a:ea typeface="Work Sans"/>
                  <a:cs typeface="Work Sans"/>
                  <a:sym typeface="Work Sans"/>
                </a:rPr>
                <a:t>Action : Instantanée</a:t>
              </a:r>
              <a:endParaRPr b="0" sz="1100">
                <a:solidFill>
                  <a:srgbClr val="FFFFFF"/>
                </a:solidFill>
                <a:latin typeface="Work Sans"/>
                <a:ea typeface="Work Sans"/>
                <a:cs typeface="Work Sans"/>
                <a:sym typeface="Work Sans"/>
              </a:endParaRPr>
            </a:p>
          </p:txBody>
        </p:sp>
      </p:grpSp>
      <p:grpSp>
        <p:nvGrpSpPr>
          <p:cNvPr id="666" name="Google Shape;666;p64"/>
          <p:cNvGrpSpPr/>
          <p:nvPr/>
        </p:nvGrpSpPr>
        <p:grpSpPr>
          <a:xfrm>
            <a:off x="4893575" y="3634900"/>
            <a:ext cx="2857500" cy="809700"/>
            <a:chOff x="4857750" y="3190875"/>
            <a:chExt cx="2857500" cy="809700"/>
          </a:xfrm>
        </p:grpSpPr>
        <p:sp>
          <p:nvSpPr>
            <p:cNvPr id="667" name="Google Shape;667;p64"/>
            <p:cNvSpPr/>
            <p:nvPr/>
          </p:nvSpPr>
          <p:spPr>
            <a:xfrm>
              <a:off x="4857750" y="3190875"/>
              <a:ext cx="2857500" cy="809700"/>
            </a:xfrm>
            <a:prstGeom prst="roundRect">
              <a:avLst>
                <a:gd fmla="val 11763" name="adj"/>
              </a:avLst>
            </a:prstGeom>
            <a:solidFill>
              <a:srgbClr val="FFFFFF">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8" name="Google Shape;668;p64"/>
            <p:cNvSpPr txBox="1"/>
            <p:nvPr/>
          </p:nvSpPr>
          <p:spPr>
            <a:xfrm>
              <a:off x="4953000" y="3286125"/>
              <a:ext cx="26670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 sz="1100">
                  <a:solidFill>
                    <a:srgbClr val="FFFFFF"/>
                  </a:solidFill>
                  <a:latin typeface="Work Sans SemiBold"/>
                  <a:ea typeface="Work Sans SemiBold"/>
                  <a:cs typeface="Work Sans SemiBold"/>
                  <a:sym typeface="Work Sans SemiBold"/>
                </a:rPr>
                <a:t>RELÂCHEMENT TIR</a:t>
              </a:r>
              <a:endParaRPr b="0" sz="1100">
                <a:solidFill>
                  <a:srgbClr val="FFFFFF"/>
                </a:solidFill>
                <a:latin typeface="Work Sans SemiBold"/>
                <a:ea typeface="Work Sans SemiBold"/>
                <a:cs typeface="Work Sans SemiBold"/>
                <a:sym typeface="Work Sans SemiBold"/>
              </a:endParaRPr>
            </a:p>
            <a:p>
              <a:pPr indent="0" lvl="0" marL="0" rtl="0" algn="ctr">
                <a:spcBef>
                  <a:spcPts val="375"/>
                </a:spcBef>
                <a:spcAft>
                  <a:spcPts val="0"/>
                </a:spcAft>
                <a:buNone/>
              </a:pPr>
              <a:r>
                <a:rPr b="0" lang="en" sz="1100">
                  <a:solidFill>
                    <a:srgbClr val="FFFFFF"/>
                  </a:solidFill>
                  <a:latin typeface="Work Sans"/>
                  <a:ea typeface="Work Sans"/>
                  <a:cs typeface="Work Sans"/>
                  <a:sym typeface="Work Sans"/>
                </a:rPr>
                <a:t>Seuil : Mean + 10 * STD</a:t>
              </a:r>
              <a:endParaRPr b="0" sz="1100">
                <a:solidFill>
                  <a:srgbClr val="FFFFFF"/>
                </a:solidFill>
                <a:latin typeface="Work Sans"/>
                <a:ea typeface="Work Sans"/>
                <a:cs typeface="Work Sans"/>
                <a:sym typeface="Work Sans"/>
              </a:endParaRPr>
            </a:p>
            <a:p>
              <a:pPr indent="0" lvl="0" marL="0" rtl="0" algn="ctr">
                <a:spcBef>
                  <a:spcPts val="0"/>
                </a:spcBef>
                <a:spcAft>
                  <a:spcPts val="0"/>
                </a:spcAft>
                <a:buNone/>
              </a:pPr>
              <a:r>
                <a:rPr b="0" lang="en" sz="1100">
                  <a:solidFill>
                    <a:srgbClr val="FFFFFF"/>
                  </a:solidFill>
                  <a:latin typeface="Work Sans"/>
                  <a:ea typeface="Work Sans"/>
                  <a:cs typeface="Work Sans"/>
                  <a:sym typeface="Work Sans"/>
                </a:rPr>
                <a:t>Confirmation : 0.2s (anti-jitter)</a:t>
              </a:r>
              <a:endParaRPr b="0" sz="1100">
                <a:solidFill>
                  <a:srgbClr val="FFFFFF"/>
                </a:solidFill>
                <a:latin typeface="Work Sans"/>
                <a:ea typeface="Work Sans"/>
                <a:cs typeface="Work Sans"/>
                <a:sym typeface="Work Sans"/>
              </a:endParaRPr>
            </a:p>
          </p:txBody>
        </p:sp>
      </p:grpSp>
      <p:sp>
        <p:nvSpPr>
          <p:cNvPr id="669" name="Google Shape;669;p64"/>
          <p:cNvSpPr/>
          <p:nvPr/>
        </p:nvSpPr>
        <p:spPr>
          <a:xfrm>
            <a:off x="952500" y="1018400"/>
            <a:ext cx="7524900" cy="1714500"/>
          </a:xfrm>
          <a:prstGeom prst="roundRect">
            <a:avLst>
              <a:gd fmla="val 8333" name="adj"/>
            </a:avLst>
          </a:prstGeom>
          <a:solidFill>
            <a:srgbClr val="FFFFFF">
              <a:alpha val="15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0" name="Google Shape;670;p64"/>
          <p:cNvSpPr txBox="1"/>
          <p:nvPr/>
        </p:nvSpPr>
        <p:spPr>
          <a:xfrm>
            <a:off x="1145875" y="1208900"/>
            <a:ext cx="7176000" cy="1333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1200">
                <a:solidFill>
                  <a:schemeClr val="dk2"/>
                </a:solidFill>
                <a:latin typeface="Unbounded"/>
                <a:ea typeface="Unbounded"/>
                <a:cs typeface="Unbounded"/>
                <a:sym typeface="Unbounded"/>
              </a:rPr>
              <a:t>Traitement par buffer glissants</a:t>
            </a:r>
            <a:endParaRPr b="1" sz="1200">
              <a:solidFill>
                <a:schemeClr val="dk2"/>
              </a:solidFill>
              <a:latin typeface="Unbounded"/>
              <a:ea typeface="Unbounded"/>
              <a:cs typeface="Unbounded"/>
              <a:sym typeface="Unbounded"/>
            </a:endParaRPr>
          </a:p>
          <a:p>
            <a:pPr indent="0" lvl="0" marL="0" rtl="0" algn="l">
              <a:spcBef>
                <a:spcPts val="600"/>
              </a:spcBef>
              <a:spcAft>
                <a:spcPts val="0"/>
              </a:spcAft>
              <a:buClr>
                <a:schemeClr val="dk1"/>
              </a:buClr>
              <a:buSzPts val="1100"/>
              <a:buFont typeface="Arial"/>
              <a:buNone/>
            </a:pPr>
            <a:r>
              <a:rPr lang="en" sz="1100">
                <a:solidFill>
                  <a:schemeClr val="dk2"/>
                </a:solidFill>
                <a:latin typeface="Work Sans SemiBold"/>
                <a:ea typeface="Work Sans SemiBold"/>
                <a:cs typeface="Work Sans SemiBold"/>
                <a:sym typeface="Work Sans SemiBold"/>
              </a:rPr>
              <a:t>PPG (5s):</a:t>
            </a:r>
            <a:r>
              <a:rPr lang="en" sz="1100">
                <a:solidFill>
                  <a:schemeClr val="dk2"/>
                </a:solidFill>
                <a:latin typeface="Work Sans"/>
                <a:ea typeface="Work Sans"/>
                <a:cs typeface="Work Sans"/>
                <a:sym typeface="Work Sans"/>
              </a:rPr>
              <a:t> 	Fréquence cardiaque(FC) -&gt; seuil dynamique</a:t>
            </a:r>
            <a:endParaRPr sz="1100">
              <a:solidFill>
                <a:schemeClr val="dk2"/>
              </a:solidFill>
              <a:latin typeface="Work Sans"/>
              <a:ea typeface="Work Sans"/>
              <a:cs typeface="Work Sans"/>
              <a:sym typeface="Work Sans"/>
            </a:endParaRPr>
          </a:p>
          <a:p>
            <a:pPr indent="0" lvl="0" marL="457200" rtl="0" algn="l">
              <a:spcBef>
                <a:spcPts val="300"/>
              </a:spcBef>
              <a:spcAft>
                <a:spcPts val="0"/>
              </a:spcAft>
              <a:buClr>
                <a:schemeClr val="dk1"/>
              </a:buClr>
              <a:buSzPts val="1100"/>
              <a:buFont typeface="Arial"/>
              <a:buNone/>
            </a:pPr>
            <a:r>
              <a:rPr lang="en" sz="1100">
                <a:solidFill>
                  <a:schemeClr val="dk2"/>
                </a:solidFill>
                <a:latin typeface="Work Sans"/>
                <a:ea typeface="Work Sans"/>
                <a:cs typeface="Work Sans"/>
                <a:sym typeface="Work Sans"/>
              </a:rPr>
              <a:t>     	Heart rate variability (HRV) -&gt; RMSSD</a:t>
            </a:r>
            <a:endParaRPr sz="1100">
              <a:solidFill>
                <a:schemeClr val="dk2"/>
              </a:solidFill>
              <a:latin typeface="Work Sans"/>
              <a:ea typeface="Work Sans"/>
              <a:cs typeface="Work Sans"/>
              <a:sym typeface="Work Sans"/>
            </a:endParaRPr>
          </a:p>
          <a:p>
            <a:pPr indent="0" lvl="0" marL="0" rtl="0" algn="l">
              <a:spcBef>
                <a:spcPts val="300"/>
              </a:spcBef>
              <a:spcAft>
                <a:spcPts val="0"/>
              </a:spcAft>
              <a:buClr>
                <a:schemeClr val="dk1"/>
              </a:buClr>
              <a:buSzPts val="1100"/>
              <a:buFont typeface="Arial"/>
              <a:buNone/>
            </a:pPr>
            <a:r>
              <a:rPr lang="en" sz="1100">
                <a:solidFill>
                  <a:schemeClr val="dk2"/>
                </a:solidFill>
                <a:latin typeface="Work Sans SemiBold"/>
                <a:ea typeface="Work Sans SemiBold"/>
                <a:cs typeface="Work Sans SemiBold"/>
                <a:sym typeface="Work Sans SemiBold"/>
              </a:rPr>
              <a:t>RESP (8s):</a:t>
            </a:r>
            <a:r>
              <a:rPr lang="en" sz="1100">
                <a:solidFill>
                  <a:schemeClr val="dk2"/>
                </a:solidFill>
                <a:latin typeface="Work Sans"/>
                <a:ea typeface="Work Sans"/>
                <a:cs typeface="Work Sans"/>
                <a:sym typeface="Work Sans"/>
              </a:rPr>
              <a:t> 	Seuil dynamique</a:t>
            </a:r>
            <a:endParaRPr sz="1100">
              <a:solidFill>
                <a:schemeClr val="dk2"/>
              </a:solidFill>
              <a:latin typeface="Work Sans"/>
              <a:ea typeface="Work Sans"/>
              <a:cs typeface="Work Sans"/>
              <a:sym typeface="Work Sans"/>
            </a:endParaRPr>
          </a:p>
          <a:p>
            <a:pPr indent="0" lvl="0" marL="0" rtl="0" algn="l">
              <a:spcBef>
                <a:spcPts val="300"/>
              </a:spcBef>
              <a:spcAft>
                <a:spcPts val="0"/>
              </a:spcAft>
              <a:buClr>
                <a:schemeClr val="dk1"/>
              </a:buClr>
              <a:buSzPts val="1100"/>
              <a:buFont typeface="Arial"/>
              <a:buNone/>
            </a:pPr>
            <a:r>
              <a:rPr lang="en" sz="1100">
                <a:solidFill>
                  <a:schemeClr val="dk2"/>
                </a:solidFill>
                <a:latin typeface="Work Sans SemiBold"/>
                <a:ea typeface="Work Sans SemiBold"/>
                <a:cs typeface="Work Sans SemiBold"/>
                <a:sym typeface="Work Sans SemiBold"/>
              </a:rPr>
              <a:t>ACC (0,5s):</a:t>
            </a:r>
            <a:r>
              <a:rPr lang="en" sz="1100">
                <a:solidFill>
                  <a:schemeClr val="dk2"/>
                </a:solidFill>
                <a:latin typeface="Work Sans"/>
                <a:ea typeface="Work Sans"/>
                <a:cs typeface="Work Sans"/>
                <a:sym typeface="Work Sans"/>
              </a:rPr>
              <a:t> 	Standard Deviation (STD)</a:t>
            </a:r>
            <a:endParaRPr sz="1100">
              <a:solidFill>
                <a:schemeClr val="dk2"/>
              </a:solidFill>
              <a:latin typeface="Work Sans"/>
              <a:ea typeface="Work Sans"/>
              <a:cs typeface="Work Sans"/>
              <a:sym typeface="Work Sans"/>
            </a:endParaRPr>
          </a:p>
          <a:p>
            <a:pPr indent="0" lvl="0" marL="0" rtl="0" algn="l">
              <a:spcBef>
                <a:spcPts val="300"/>
              </a:spcBef>
              <a:spcAft>
                <a:spcPts val="0"/>
              </a:spcAft>
              <a:buClr>
                <a:schemeClr val="dk1"/>
              </a:buClr>
              <a:buSzPts val="1100"/>
              <a:buFont typeface="Arial"/>
              <a:buNone/>
            </a:pPr>
            <a:r>
              <a:rPr lang="en" sz="1100">
                <a:solidFill>
                  <a:schemeClr val="dk2"/>
                </a:solidFill>
                <a:latin typeface="Work Sans SemiBold"/>
                <a:ea typeface="Work Sans SemiBold"/>
                <a:cs typeface="Work Sans SemiBold"/>
                <a:sym typeface="Work Sans SemiBold"/>
              </a:rPr>
              <a:t>EDA:</a:t>
            </a:r>
            <a:r>
              <a:rPr lang="en" sz="1100">
                <a:solidFill>
                  <a:schemeClr val="dk2"/>
                </a:solidFill>
                <a:latin typeface="Work Sans"/>
                <a:ea typeface="Work Sans"/>
                <a:cs typeface="Work Sans"/>
                <a:sym typeface="Work Sans"/>
              </a:rPr>
              <a:t> 		Signal finalement inutilisé (instabilité/aberrations)</a:t>
            </a:r>
            <a:endParaRPr sz="1100">
              <a:solidFill>
                <a:schemeClr val="dk2"/>
              </a:solidFill>
              <a:latin typeface="Work Sans"/>
              <a:ea typeface="Work Sans"/>
              <a:cs typeface="Work Sans"/>
              <a:sym typeface="Work Sans"/>
            </a:endParaRPr>
          </a:p>
          <a:p>
            <a:pPr indent="0" lvl="0" marL="0" rtl="0" algn="l">
              <a:spcBef>
                <a:spcPts val="0"/>
              </a:spcBef>
              <a:spcAft>
                <a:spcPts val="0"/>
              </a:spcAft>
              <a:buNone/>
            </a:pPr>
            <a:r>
              <a:t/>
            </a:r>
            <a:endParaRPr>
              <a:solidFill>
                <a:schemeClr val="dk2"/>
              </a:solidFill>
              <a:latin typeface="Work Sans SemiBold"/>
              <a:ea typeface="Work Sans SemiBold"/>
              <a:cs typeface="Work Sans SemiBold"/>
              <a:sym typeface="Work Sans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674" name="Shape 674"/>
        <p:cNvGrpSpPr/>
        <p:nvPr/>
      </p:nvGrpSpPr>
      <p:grpSpPr>
        <a:xfrm>
          <a:off x="0" y="0"/>
          <a:ext cx="0" cy="0"/>
          <a:chOff x="0" y="0"/>
          <a:chExt cx="0" cy="0"/>
        </a:xfrm>
      </p:grpSpPr>
      <p:sp>
        <p:nvSpPr>
          <p:cNvPr id="675" name="Google Shape;675;p65"/>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6" name="Google Shape;676;p65"/>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677" name="Google Shape;677;p65"/>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678" name="Google Shape;678;p65"/>
          <p:cNvSpPr txBox="1"/>
          <p:nvPr/>
        </p:nvSpPr>
        <p:spPr>
          <a:xfrm>
            <a:off x="666750" y="285750"/>
            <a:ext cx="7810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chemeClr val="dk2"/>
                </a:solidFill>
                <a:latin typeface="Unbounded"/>
                <a:ea typeface="Unbounded"/>
                <a:cs typeface="Unbounded"/>
                <a:sym typeface="Unbounded"/>
              </a:rPr>
              <a:t>Traitement et </a:t>
            </a:r>
            <a:r>
              <a:rPr b="1" lang="en" sz="2800">
                <a:solidFill>
                  <a:schemeClr val="dk2"/>
                </a:solidFill>
                <a:latin typeface="Unbounded"/>
                <a:ea typeface="Unbounded"/>
                <a:cs typeface="Unbounded"/>
                <a:sym typeface="Unbounded"/>
              </a:rPr>
              <a:t>Score de Stress</a:t>
            </a:r>
            <a:endParaRPr b="1" sz="2800">
              <a:solidFill>
                <a:schemeClr val="dk2"/>
              </a:solidFill>
              <a:latin typeface="Unbounded"/>
              <a:ea typeface="Unbounded"/>
              <a:cs typeface="Unbounded"/>
              <a:sym typeface="Unbounded"/>
            </a:endParaRPr>
          </a:p>
        </p:txBody>
      </p:sp>
      <p:sp>
        <p:nvSpPr>
          <p:cNvPr id="679" name="Google Shape;679;p65"/>
          <p:cNvSpPr txBox="1"/>
          <p:nvPr/>
        </p:nvSpPr>
        <p:spPr>
          <a:xfrm>
            <a:off x="903163" y="1442238"/>
            <a:ext cx="3524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chemeClr val="dk2"/>
                </a:solidFill>
                <a:latin typeface="Unbounded"/>
                <a:ea typeface="Unbounded"/>
                <a:cs typeface="Unbounded"/>
                <a:sym typeface="Unbounded"/>
              </a:rPr>
              <a:t>Approche Multimodale</a:t>
            </a:r>
            <a:endParaRPr b="1" sz="1400">
              <a:solidFill>
                <a:schemeClr val="dk2"/>
              </a:solidFill>
              <a:latin typeface="Unbounded"/>
              <a:ea typeface="Unbounded"/>
              <a:cs typeface="Unbounded"/>
              <a:sym typeface="Unbounded"/>
            </a:endParaRPr>
          </a:p>
          <a:p>
            <a:pPr indent="0" lvl="0" marL="0" rtl="0" algn="l">
              <a:spcBef>
                <a:spcPts val="600"/>
              </a:spcBef>
              <a:spcAft>
                <a:spcPts val="0"/>
              </a:spcAft>
              <a:buNone/>
            </a:pPr>
            <a:r>
              <a:rPr b="0" lang="en" sz="1100">
                <a:solidFill>
                  <a:schemeClr val="dk2"/>
                </a:solidFill>
                <a:latin typeface="Work Sans"/>
                <a:ea typeface="Work Sans"/>
                <a:cs typeface="Work Sans"/>
                <a:sym typeface="Work Sans"/>
              </a:rPr>
              <a:t>• </a:t>
            </a:r>
            <a:r>
              <a:rPr b="0" lang="en" sz="1100">
                <a:solidFill>
                  <a:schemeClr val="dk2"/>
                </a:solidFill>
                <a:latin typeface="Work Sans SemiBold"/>
                <a:ea typeface="Work Sans SemiBold"/>
                <a:cs typeface="Work Sans SemiBold"/>
                <a:sym typeface="Work Sans SemiBold"/>
              </a:rPr>
              <a:t>HR &amp; HRV :</a:t>
            </a:r>
            <a:r>
              <a:rPr b="0" lang="en" sz="1100">
                <a:solidFill>
                  <a:schemeClr val="dk2"/>
                </a:solidFill>
                <a:latin typeface="Work Sans"/>
                <a:ea typeface="Work Sans"/>
                <a:cs typeface="Work Sans"/>
                <a:sym typeface="Work Sans"/>
              </a:rPr>
              <a:t> Indicateurs clés</a:t>
            </a:r>
            <a:endParaRPr b="0" sz="1100">
              <a:solidFill>
                <a:schemeClr val="dk2"/>
              </a:solidFill>
              <a:latin typeface="Work Sans"/>
              <a:ea typeface="Work Sans"/>
              <a:cs typeface="Work Sans"/>
              <a:sym typeface="Work Sans"/>
            </a:endParaRPr>
          </a:p>
          <a:p>
            <a:pPr indent="0" lvl="0" marL="0" rtl="0" algn="l">
              <a:spcBef>
                <a:spcPts val="300"/>
              </a:spcBef>
              <a:spcAft>
                <a:spcPts val="0"/>
              </a:spcAft>
              <a:buNone/>
            </a:pPr>
            <a:r>
              <a:rPr b="0" lang="en" sz="1100">
                <a:solidFill>
                  <a:schemeClr val="dk2"/>
                </a:solidFill>
                <a:latin typeface="Work Sans"/>
                <a:ea typeface="Work Sans"/>
                <a:cs typeface="Work Sans"/>
                <a:sym typeface="Work Sans"/>
              </a:rPr>
              <a:t>• </a:t>
            </a:r>
            <a:r>
              <a:rPr b="0" lang="en" sz="1100">
                <a:solidFill>
                  <a:schemeClr val="dk2"/>
                </a:solidFill>
                <a:latin typeface="Work Sans SemiBold"/>
                <a:ea typeface="Work Sans SemiBold"/>
                <a:cs typeface="Work Sans SemiBold"/>
                <a:sym typeface="Work Sans SemiBold"/>
              </a:rPr>
              <a:t>RESP :</a:t>
            </a:r>
            <a:r>
              <a:rPr b="0" lang="en" sz="1100">
                <a:solidFill>
                  <a:schemeClr val="dk2"/>
                </a:solidFill>
                <a:latin typeface="Work Sans"/>
                <a:ea typeface="Work Sans"/>
                <a:cs typeface="Work Sans"/>
                <a:sym typeface="Work Sans"/>
              </a:rPr>
              <a:t> </a:t>
            </a:r>
            <a:r>
              <a:rPr lang="en" sz="1100">
                <a:solidFill>
                  <a:schemeClr val="dk2"/>
                </a:solidFill>
                <a:latin typeface="Work Sans"/>
                <a:ea typeface="Work Sans"/>
                <a:cs typeface="Work Sans"/>
                <a:sym typeface="Work Sans"/>
              </a:rPr>
              <a:t>Sert de confirmation à HR et HRV</a:t>
            </a:r>
            <a:endParaRPr b="0" sz="1100">
              <a:solidFill>
                <a:schemeClr val="dk2"/>
              </a:solidFill>
              <a:latin typeface="Work Sans"/>
              <a:ea typeface="Work Sans"/>
              <a:cs typeface="Work Sans"/>
              <a:sym typeface="Work Sans"/>
            </a:endParaRPr>
          </a:p>
          <a:p>
            <a:pPr indent="0" lvl="0" marL="0" rtl="0" algn="l">
              <a:spcBef>
                <a:spcPts val="300"/>
              </a:spcBef>
              <a:spcAft>
                <a:spcPts val="0"/>
              </a:spcAft>
              <a:buNone/>
            </a:pPr>
            <a:r>
              <a:rPr b="0" lang="en" sz="1100">
                <a:solidFill>
                  <a:schemeClr val="dk2"/>
                </a:solidFill>
                <a:latin typeface="Work Sans"/>
                <a:ea typeface="Work Sans"/>
                <a:cs typeface="Work Sans"/>
                <a:sym typeface="Work Sans"/>
              </a:rPr>
              <a:t>• </a:t>
            </a:r>
            <a:r>
              <a:rPr b="0" lang="en" sz="1100">
                <a:solidFill>
                  <a:schemeClr val="dk2"/>
                </a:solidFill>
                <a:latin typeface="Work Sans SemiBold"/>
                <a:ea typeface="Work Sans SemiBold"/>
                <a:cs typeface="Work Sans SemiBold"/>
                <a:sym typeface="Work Sans SemiBold"/>
              </a:rPr>
              <a:t>EDA :</a:t>
            </a:r>
            <a:r>
              <a:rPr b="0" lang="en" sz="1100">
                <a:solidFill>
                  <a:schemeClr val="dk2"/>
                </a:solidFill>
                <a:latin typeface="Work Sans"/>
                <a:ea typeface="Work Sans"/>
                <a:cs typeface="Work Sans"/>
                <a:sym typeface="Work Sans"/>
              </a:rPr>
              <a:t> Marqueur de concentration et d'éveil</a:t>
            </a:r>
            <a:endParaRPr b="0" sz="1100">
              <a:solidFill>
                <a:schemeClr val="dk2"/>
              </a:solidFill>
              <a:latin typeface="Work Sans"/>
              <a:ea typeface="Work Sans"/>
              <a:cs typeface="Work Sans"/>
              <a:sym typeface="Work Sans"/>
            </a:endParaRPr>
          </a:p>
        </p:txBody>
      </p:sp>
      <p:sp>
        <p:nvSpPr>
          <p:cNvPr id="680" name="Google Shape;680;p65"/>
          <p:cNvSpPr/>
          <p:nvPr/>
        </p:nvSpPr>
        <p:spPr>
          <a:xfrm>
            <a:off x="4810150" y="1115263"/>
            <a:ext cx="3810000" cy="1745400"/>
          </a:xfrm>
          <a:prstGeom prst="roundRect">
            <a:avLst>
              <a:gd fmla="val 9375" name="adj"/>
            </a:avLst>
          </a:prstGeom>
          <a:solidFill>
            <a:srgbClr val="FFFFFF">
              <a:alpha val="15000"/>
            </a:srgbClr>
          </a:solidFill>
          <a:ln cap="flat" cmpd="sng" w="9525">
            <a:solidFill>
              <a:srgbClr val="E02D0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1" name="Google Shape;681;p65"/>
          <p:cNvSpPr txBox="1"/>
          <p:nvPr/>
        </p:nvSpPr>
        <p:spPr>
          <a:xfrm>
            <a:off x="4953025" y="1258138"/>
            <a:ext cx="35244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a:solidFill>
                  <a:schemeClr val="dk2"/>
                </a:solidFill>
                <a:latin typeface="Unbounded"/>
                <a:ea typeface="Unbounded"/>
                <a:cs typeface="Unbounded"/>
                <a:sym typeface="Unbounded"/>
              </a:rPr>
              <a:t>Calcul des variables</a:t>
            </a:r>
            <a:endParaRPr b="1" sz="1400">
              <a:solidFill>
                <a:schemeClr val="dk2"/>
              </a:solidFill>
              <a:latin typeface="Unbounded"/>
              <a:ea typeface="Unbounded"/>
              <a:cs typeface="Unbounded"/>
              <a:sym typeface="Unbounded"/>
            </a:endParaRPr>
          </a:p>
          <a:p>
            <a:pPr indent="0" lvl="0" marL="0" rtl="0" algn="l">
              <a:spcBef>
                <a:spcPts val="600"/>
              </a:spcBef>
              <a:spcAft>
                <a:spcPts val="0"/>
              </a:spcAft>
              <a:buNone/>
            </a:pPr>
            <a:r>
              <a:rPr lang="en" sz="1100">
                <a:solidFill>
                  <a:srgbClr val="FFFFFF"/>
                </a:solidFill>
                <a:latin typeface="Arial"/>
                <a:ea typeface="Arial"/>
                <a:cs typeface="Arial"/>
                <a:sym typeface="Arial"/>
              </a:rPr>
              <a:t>hr_stress = (FC - FC_r) / (FC_r * </a:t>
            </a:r>
            <a:r>
              <a:rPr lang="en" sz="1100">
                <a:solidFill>
                  <a:srgbClr val="FFFFFF"/>
                </a:solidFill>
              </a:rPr>
              <a:t>k</a:t>
            </a:r>
            <a:r>
              <a:rPr lang="en" sz="1100">
                <a:solidFill>
                  <a:srgbClr val="FFFFFF"/>
                </a:solidFill>
                <a:latin typeface="Arial"/>
                <a:ea typeface="Arial"/>
                <a:cs typeface="Arial"/>
                <a:sym typeface="Arial"/>
              </a:rPr>
              <a:t>) avec k = 0,25</a:t>
            </a:r>
            <a:endParaRPr sz="1100">
              <a:solidFill>
                <a:srgbClr val="FFFFFF"/>
              </a:solidFill>
              <a:latin typeface="Arial"/>
              <a:ea typeface="Arial"/>
              <a:cs typeface="Arial"/>
              <a:sym typeface="Arial"/>
            </a:endParaRPr>
          </a:p>
          <a:p>
            <a:pPr indent="0" lvl="0" marL="0" rtl="0" algn="l">
              <a:spcBef>
                <a:spcPts val="300"/>
              </a:spcBef>
              <a:spcAft>
                <a:spcPts val="0"/>
              </a:spcAft>
              <a:buNone/>
            </a:pPr>
            <a:r>
              <a:rPr lang="en" sz="1100">
                <a:solidFill>
                  <a:srgbClr val="FFFFFF"/>
                </a:solidFill>
                <a:latin typeface="Arial"/>
                <a:ea typeface="Arial"/>
                <a:cs typeface="Arial"/>
                <a:sym typeface="Arial"/>
              </a:rPr>
              <a:t>hrv_</a:t>
            </a:r>
            <a:r>
              <a:rPr lang="en" sz="1100">
                <a:solidFill>
                  <a:srgbClr val="FFFFFF"/>
                </a:solidFill>
              </a:rPr>
              <a:t>stress</a:t>
            </a:r>
            <a:r>
              <a:rPr lang="en" sz="1100">
                <a:solidFill>
                  <a:srgbClr val="FFFFFF"/>
                </a:solidFill>
                <a:latin typeface="Arial"/>
                <a:ea typeface="Arial"/>
                <a:cs typeface="Arial"/>
                <a:sym typeface="Arial"/>
              </a:rPr>
              <a:t> = 1 - HRV / (HRV_r * </a:t>
            </a:r>
            <a:r>
              <a:rPr lang="en" sz="1100">
                <a:solidFill>
                  <a:srgbClr val="FFFFFF"/>
                </a:solidFill>
              </a:rPr>
              <a:t>k</a:t>
            </a:r>
            <a:r>
              <a:rPr lang="en" sz="1100">
                <a:solidFill>
                  <a:srgbClr val="FFFFFF"/>
                </a:solidFill>
                <a:latin typeface="Arial"/>
                <a:ea typeface="Arial"/>
                <a:cs typeface="Arial"/>
                <a:sym typeface="Arial"/>
              </a:rPr>
              <a:t>) avec k = 0,5</a:t>
            </a:r>
            <a:endParaRPr sz="1100">
              <a:solidFill>
                <a:srgbClr val="FFFFFF"/>
              </a:solidFill>
              <a:latin typeface="Arial"/>
              <a:ea typeface="Arial"/>
              <a:cs typeface="Arial"/>
              <a:sym typeface="Arial"/>
            </a:endParaRPr>
          </a:p>
          <a:p>
            <a:pPr indent="0" lvl="0" marL="0" rtl="0" algn="l">
              <a:spcBef>
                <a:spcPts val="300"/>
              </a:spcBef>
              <a:spcAft>
                <a:spcPts val="0"/>
              </a:spcAft>
              <a:buNone/>
            </a:pPr>
            <a:r>
              <a:rPr lang="en" sz="1100">
                <a:solidFill>
                  <a:srgbClr val="FFFFFF"/>
                </a:solidFill>
                <a:latin typeface="Arial"/>
                <a:ea typeface="Arial"/>
                <a:cs typeface="Arial"/>
                <a:sym typeface="Arial"/>
              </a:rPr>
              <a:t>resp_</a:t>
            </a:r>
            <a:r>
              <a:rPr lang="en" sz="1100">
                <a:solidFill>
                  <a:srgbClr val="FFFFFF"/>
                </a:solidFill>
              </a:rPr>
              <a:t>stress</a:t>
            </a:r>
            <a:r>
              <a:rPr lang="en" sz="1100">
                <a:solidFill>
                  <a:srgbClr val="FFFFFF"/>
                </a:solidFill>
                <a:latin typeface="Arial"/>
                <a:ea typeface="Arial"/>
                <a:cs typeface="Arial"/>
                <a:sym typeface="Arial"/>
              </a:rPr>
              <a:t> = (R - R_r) / (R_r * </a:t>
            </a:r>
            <a:r>
              <a:rPr lang="en" sz="1100">
                <a:solidFill>
                  <a:srgbClr val="FFFFFF"/>
                </a:solidFill>
              </a:rPr>
              <a:t>k</a:t>
            </a:r>
            <a:r>
              <a:rPr lang="en" sz="1100">
                <a:solidFill>
                  <a:srgbClr val="FFFFFF"/>
                </a:solidFill>
                <a:latin typeface="Arial"/>
                <a:ea typeface="Arial"/>
                <a:cs typeface="Arial"/>
                <a:sym typeface="Arial"/>
              </a:rPr>
              <a:t>) avec k = 0,25</a:t>
            </a:r>
            <a:endParaRPr sz="1100">
              <a:solidFill>
                <a:srgbClr val="FFFFFF"/>
              </a:solidFill>
              <a:latin typeface="Arial"/>
              <a:ea typeface="Arial"/>
              <a:cs typeface="Arial"/>
              <a:sym typeface="Arial"/>
            </a:endParaRPr>
          </a:p>
          <a:p>
            <a:pPr indent="0" lvl="0" marL="0" rtl="0" algn="l">
              <a:spcBef>
                <a:spcPts val="600"/>
              </a:spcBef>
              <a:spcAft>
                <a:spcPts val="0"/>
              </a:spcAft>
              <a:buNone/>
            </a:pPr>
            <a:r>
              <a:rPr lang="en" sz="1100">
                <a:solidFill>
                  <a:srgbClr val="FFFFFF"/>
                </a:solidFill>
                <a:latin typeface="Work Sans"/>
                <a:ea typeface="Work Sans"/>
                <a:cs typeface="Work Sans"/>
                <a:sym typeface="Work Sans"/>
              </a:rPr>
              <a:t>• k multiplicateur pour augmenter artificiellement le score</a:t>
            </a:r>
            <a:endParaRPr sz="1100">
              <a:solidFill>
                <a:srgbClr val="FFFFFF"/>
              </a:solidFill>
              <a:latin typeface="Work Sans"/>
              <a:ea typeface="Work Sans"/>
              <a:cs typeface="Work Sans"/>
              <a:sym typeface="Work Sans"/>
            </a:endParaRPr>
          </a:p>
          <a:p>
            <a:pPr indent="0" lvl="0" marL="0" rtl="0" algn="l">
              <a:spcBef>
                <a:spcPts val="0"/>
              </a:spcBef>
              <a:spcAft>
                <a:spcPts val="0"/>
              </a:spcAft>
              <a:buNone/>
            </a:pPr>
            <a:r>
              <a:rPr lang="en" sz="1100">
                <a:solidFill>
                  <a:srgbClr val="FFFFFF"/>
                </a:solidFill>
                <a:latin typeface="Work Sans"/>
                <a:ea typeface="Work Sans"/>
                <a:cs typeface="Work Sans"/>
                <a:sym typeface="Work Sans"/>
              </a:rPr>
              <a:t>• Chaque variable clamp entre 0 et 1</a:t>
            </a:r>
            <a:endParaRPr sz="1100">
              <a:solidFill>
                <a:srgbClr val="FFFFFF"/>
              </a:solidFill>
              <a:latin typeface="Work Sans"/>
              <a:ea typeface="Work Sans"/>
              <a:cs typeface="Work Sans"/>
              <a:sym typeface="Work Sans"/>
            </a:endParaRPr>
          </a:p>
        </p:txBody>
      </p:sp>
      <p:sp>
        <p:nvSpPr>
          <p:cNvPr id="682" name="Google Shape;682;p65"/>
          <p:cNvSpPr/>
          <p:nvPr/>
        </p:nvSpPr>
        <p:spPr>
          <a:xfrm>
            <a:off x="666750" y="4053125"/>
            <a:ext cx="7810500" cy="723600"/>
          </a:xfrm>
          <a:prstGeom prst="roundRect">
            <a:avLst>
              <a:gd fmla="val 15000" name="adj"/>
            </a:avLst>
          </a:prstGeom>
          <a:solidFill>
            <a:srgbClr val="000000">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3" name="Google Shape;683;p65"/>
          <p:cNvSpPr txBox="1"/>
          <p:nvPr/>
        </p:nvSpPr>
        <p:spPr>
          <a:xfrm>
            <a:off x="857250" y="4053125"/>
            <a:ext cx="7429500" cy="72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400">
                <a:solidFill>
                  <a:srgbClr val="FFFFFF"/>
                </a:solidFill>
                <a:latin typeface="Work Sans SemiBold"/>
                <a:ea typeface="Work Sans SemiBold"/>
                <a:cs typeface="Work Sans SemiBold"/>
                <a:sym typeface="Work Sans SemiBold"/>
              </a:rPr>
              <a:t>Objectif : Valeur compréhensible par Unity</a:t>
            </a:r>
            <a:endParaRPr b="0" sz="1400">
              <a:solidFill>
                <a:srgbClr val="FFFFFF"/>
              </a:solidFill>
              <a:latin typeface="Work Sans SemiBold"/>
              <a:ea typeface="Work Sans SemiBold"/>
              <a:cs typeface="Work Sans SemiBold"/>
              <a:sym typeface="Work Sans SemiBold"/>
            </a:endParaRPr>
          </a:p>
          <a:p>
            <a:pPr indent="0" lvl="0" marL="0" rtl="0" algn="ctr">
              <a:spcBef>
                <a:spcPts val="600"/>
              </a:spcBef>
              <a:spcAft>
                <a:spcPts val="0"/>
              </a:spcAft>
              <a:buNone/>
            </a:pPr>
            <a:r>
              <a:rPr lang="en" sz="1100">
                <a:solidFill>
                  <a:srgbClr val="FFFFFF"/>
                </a:solidFill>
                <a:latin typeface="Work Sans"/>
                <a:ea typeface="Work Sans"/>
                <a:cs typeface="Work Sans"/>
                <a:sym typeface="Work Sans"/>
              </a:rPr>
              <a:t>S</a:t>
            </a:r>
            <a:r>
              <a:rPr b="0" lang="en" sz="1100">
                <a:solidFill>
                  <a:srgbClr val="FFFFFF"/>
                </a:solidFill>
                <a:latin typeface="Work Sans"/>
                <a:ea typeface="Work Sans"/>
                <a:cs typeface="Work Sans"/>
                <a:sym typeface="Work Sans"/>
              </a:rPr>
              <a:t>core final stable entre 0 (Calme) et 1 (Stress maximum)</a:t>
            </a:r>
            <a:endParaRPr b="0" sz="1100">
              <a:solidFill>
                <a:srgbClr val="FFFFFF"/>
              </a:solidFill>
              <a:latin typeface="Work Sans"/>
              <a:ea typeface="Work Sans"/>
              <a:cs typeface="Work Sans"/>
              <a:sym typeface="Work Sans"/>
            </a:endParaRPr>
          </a:p>
        </p:txBody>
      </p:sp>
      <p:pic>
        <p:nvPicPr>
          <p:cNvPr id="684" name="Google Shape;684;p65"/>
          <p:cNvPicPr preferRelativeResize="0"/>
          <p:nvPr/>
        </p:nvPicPr>
        <p:blipFill rotWithShape="1">
          <a:blip r:embed="rId3">
            <a:alphaModFix/>
          </a:blip>
          <a:srcRect b="0" l="3772" r="0" t="0"/>
          <a:stretch/>
        </p:blipFill>
        <p:spPr>
          <a:xfrm>
            <a:off x="347700" y="3118675"/>
            <a:ext cx="8799200" cy="618600"/>
          </a:xfrm>
          <a:prstGeom prst="rect">
            <a:avLst/>
          </a:prstGeom>
          <a:solidFill>
            <a:srgbClr val="000000">
              <a:alpha val="0"/>
            </a:srgbClr>
          </a:solidFill>
          <a:ln cap="flat" cmpd="sng" w="19050">
            <a:solidFill>
              <a:srgbClr val="E02D00"/>
            </a:solidFill>
            <a:prstDash val="solid"/>
            <a:round/>
            <a:headEnd len="sm" w="sm" type="none"/>
            <a:tailEnd len="sm" w="sm" type="none"/>
          </a:ln>
        </p:spPr>
      </p:pic>
      <p:sp>
        <p:nvSpPr>
          <p:cNvPr id="685" name="Google Shape;685;p65"/>
          <p:cNvSpPr/>
          <p:nvPr/>
        </p:nvSpPr>
        <p:spPr>
          <a:xfrm>
            <a:off x="672475" y="1295288"/>
            <a:ext cx="3810000" cy="1160400"/>
          </a:xfrm>
          <a:prstGeom prst="roundRect">
            <a:avLst>
              <a:gd fmla="val 8333" name="adj"/>
            </a:avLst>
          </a:prstGeom>
          <a:solidFill>
            <a:srgbClr val="FFFFFF">
              <a:alpha val="15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89" name="Shape 689"/>
        <p:cNvGrpSpPr/>
        <p:nvPr/>
      </p:nvGrpSpPr>
      <p:grpSpPr>
        <a:xfrm>
          <a:off x="0" y="0"/>
          <a:ext cx="0" cy="0"/>
          <a:chOff x="0" y="0"/>
          <a:chExt cx="0" cy="0"/>
        </a:xfrm>
      </p:grpSpPr>
      <p:sp>
        <p:nvSpPr>
          <p:cNvPr id="690" name="Google Shape;690;p66"/>
          <p:cNvSpPr/>
          <p:nvPr/>
        </p:nvSpPr>
        <p:spPr>
          <a:xfrm>
            <a:off x="100" y="0"/>
            <a:ext cx="347400" cy="51435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1" name="Google Shape;691;p66"/>
          <p:cNvSpPr txBox="1"/>
          <p:nvPr>
            <p:ph type="title"/>
          </p:nvPr>
        </p:nvSpPr>
        <p:spPr>
          <a:xfrm>
            <a:off x="497037" y="238125"/>
            <a:ext cx="84873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i="0" lang="en" sz="3600">
                <a:solidFill>
                  <a:srgbClr val="FFFFFF"/>
                </a:solidFill>
                <a:latin typeface="Unbounded"/>
                <a:ea typeface="Unbounded"/>
                <a:cs typeface="Unbounded"/>
                <a:sym typeface="Unbounded"/>
              </a:rPr>
              <a:t>Résumé du flux de données</a:t>
            </a:r>
            <a:endParaRPr b="1" i="0" sz="3600">
              <a:solidFill>
                <a:srgbClr val="FFFFFF"/>
              </a:solidFill>
              <a:latin typeface="Unbounded"/>
              <a:ea typeface="Unbounded"/>
              <a:cs typeface="Unbounded"/>
              <a:sym typeface="Unbounded"/>
            </a:endParaRPr>
          </a:p>
        </p:txBody>
      </p:sp>
      <p:grpSp>
        <p:nvGrpSpPr>
          <p:cNvPr id="692" name="Google Shape;692;p66"/>
          <p:cNvGrpSpPr/>
          <p:nvPr/>
        </p:nvGrpSpPr>
        <p:grpSpPr>
          <a:xfrm>
            <a:off x="666750" y="1524000"/>
            <a:ext cx="1524000" cy="1524000"/>
            <a:chOff x="666750" y="1524000"/>
            <a:chExt cx="1524000" cy="1524000"/>
          </a:xfrm>
        </p:grpSpPr>
        <p:sp>
          <p:nvSpPr>
            <p:cNvPr id="693" name="Google Shape;693;p66"/>
            <p:cNvSpPr/>
            <p:nvPr/>
          </p:nvSpPr>
          <p:spPr>
            <a:xfrm>
              <a:off x="666750" y="1524000"/>
              <a:ext cx="1524000" cy="1524000"/>
            </a:xfrm>
            <a:prstGeom prst="roundRect">
              <a:avLst>
                <a:gd fmla="val 937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4" name="Google Shape;694;p66"/>
            <p:cNvSpPr txBox="1"/>
            <p:nvPr/>
          </p:nvSpPr>
          <p:spPr>
            <a:xfrm>
              <a:off x="666750" y="1524000"/>
              <a:ext cx="1524000" cy="1524000"/>
            </a:xfrm>
            <a:prstGeom prst="rect">
              <a:avLst/>
            </a:prstGeom>
            <a:solidFill>
              <a:srgbClr val="000000">
                <a:alpha val="0"/>
              </a:srgbClr>
            </a:solidFill>
            <a:ln>
              <a:noFill/>
            </a:ln>
          </p:spPr>
          <p:txBody>
            <a:bodyPr anchorCtr="0" anchor="ctr" bIns="95250" lIns="95250" spcFirstLastPara="1" rIns="95250" wrap="square" tIns="95250">
              <a:noAutofit/>
            </a:bodyPr>
            <a:lstStyle/>
            <a:p>
              <a:pPr indent="0" lvl="0" marL="0" rtl="0" algn="ctr">
                <a:spcBef>
                  <a:spcPts val="0"/>
                </a:spcBef>
                <a:spcAft>
                  <a:spcPts val="0"/>
                </a:spcAft>
                <a:buNone/>
              </a:pPr>
              <a:r>
                <a:rPr b="1" i="0" lang="en" sz="2400">
                  <a:solidFill>
                    <a:srgbClr val="6AA84F"/>
                  </a:solidFill>
                  <a:latin typeface="Unbounded"/>
                  <a:ea typeface="Unbounded"/>
                  <a:cs typeface="Unbounded"/>
                  <a:sym typeface="Unbounded"/>
                </a:rPr>
                <a:t>01</a:t>
              </a:r>
              <a:endParaRPr b="1" i="0" sz="2400">
                <a:solidFill>
                  <a:srgbClr val="6AA84F"/>
                </a:solidFill>
                <a:latin typeface="Unbounded"/>
                <a:ea typeface="Unbounded"/>
                <a:cs typeface="Unbounded"/>
                <a:sym typeface="Unbounded"/>
              </a:endParaRPr>
            </a:p>
            <a:p>
              <a:pPr indent="0" lvl="0" marL="0" rtl="0" algn="ctr">
                <a:spcBef>
                  <a:spcPts val="750"/>
                </a:spcBef>
                <a:spcAft>
                  <a:spcPts val="0"/>
                </a:spcAft>
                <a:buNone/>
              </a:pPr>
              <a:r>
                <a:rPr b="0" i="0" lang="en" sz="1100">
                  <a:solidFill>
                    <a:srgbClr val="6AA84F"/>
                  </a:solidFill>
                  <a:latin typeface="Work Sans Medium"/>
                  <a:ea typeface="Work Sans Medium"/>
                  <a:cs typeface="Work Sans Medium"/>
                  <a:sym typeface="Work Sans Medium"/>
                </a:rPr>
                <a:t>6 capteurs BITalino</a:t>
              </a:r>
              <a:endParaRPr b="0" i="0" sz="1100">
                <a:solidFill>
                  <a:srgbClr val="6AA84F"/>
                </a:solidFill>
                <a:latin typeface="Work Sans Medium"/>
                <a:ea typeface="Work Sans Medium"/>
                <a:cs typeface="Work Sans Medium"/>
                <a:sym typeface="Work Sans Medium"/>
              </a:endParaRPr>
            </a:p>
          </p:txBody>
        </p:sp>
      </p:grpSp>
      <p:cxnSp>
        <p:nvCxnSpPr>
          <p:cNvPr id="695" name="Google Shape;695;p66"/>
          <p:cNvCxnSpPr/>
          <p:nvPr/>
        </p:nvCxnSpPr>
        <p:spPr>
          <a:xfrm rot="10800000">
            <a:off x="2262150" y="2214600"/>
            <a:ext cx="0" cy="142800"/>
          </a:xfrm>
          <a:prstGeom prst="straightConnector1">
            <a:avLst/>
          </a:prstGeom>
          <a:solidFill>
            <a:srgbClr val="FFFFFF"/>
          </a:solidFill>
          <a:ln cap="flat" cmpd="sng" w="19050">
            <a:solidFill>
              <a:srgbClr val="FFFFFF"/>
            </a:solidFill>
            <a:prstDash val="solid"/>
            <a:round/>
            <a:headEnd len="sm" w="sm" type="none"/>
            <a:tailEnd len="sm" w="sm" type="none"/>
          </a:ln>
        </p:spPr>
      </p:cxnSp>
      <p:grpSp>
        <p:nvGrpSpPr>
          <p:cNvPr id="696" name="Google Shape;696;p66"/>
          <p:cNvGrpSpPr/>
          <p:nvPr/>
        </p:nvGrpSpPr>
        <p:grpSpPr>
          <a:xfrm>
            <a:off x="2333625" y="1524000"/>
            <a:ext cx="1524000" cy="1524000"/>
            <a:chOff x="2333625" y="1524000"/>
            <a:chExt cx="1524000" cy="1524000"/>
          </a:xfrm>
        </p:grpSpPr>
        <p:sp>
          <p:nvSpPr>
            <p:cNvPr id="697" name="Google Shape;697;p66"/>
            <p:cNvSpPr/>
            <p:nvPr/>
          </p:nvSpPr>
          <p:spPr>
            <a:xfrm>
              <a:off x="2333625" y="1524000"/>
              <a:ext cx="1524000" cy="1524000"/>
            </a:xfrm>
            <a:prstGeom prst="roundRect">
              <a:avLst>
                <a:gd fmla="val 9375" name="adj"/>
              </a:avLst>
            </a:prstGeom>
            <a:solidFill>
              <a:srgbClr val="FFFFFF">
                <a:alpha val="2000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8" name="Google Shape;698;p66"/>
            <p:cNvSpPr txBox="1"/>
            <p:nvPr/>
          </p:nvSpPr>
          <p:spPr>
            <a:xfrm>
              <a:off x="2333625" y="1524000"/>
              <a:ext cx="1524000" cy="1524000"/>
            </a:xfrm>
            <a:prstGeom prst="rect">
              <a:avLst/>
            </a:prstGeom>
            <a:solidFill>
              <a:srgbClr val="000000">
                <a:alpha val="0"/>
              </a:srgbClr>
            </a:solidFill>
            <a:ln>
              <a:noFill/>
            </a:ln>
          </p:spPr>
          <p:txBody>
            <a:bodyPr anchorCtr="0" anchor="ctr" bIns="95250" lIns="95250" spcFirstLastPara="1" rIns="95250" wrap="square" tIns="95250">
              <a:noAutofit/>
            </a:bodyPr>
            <a:lstStyle/>
            <a:p>
              <a:pPr indent="0" lvl="0" marL="0" rtl="0" algn="ctr">
                <a:spcBef>
                  <a:spcPts val="0"/>
                </a:spcBef>
                <a:spcAft>
                  <a:spcPts val="0"/>
                </a:spcAft>
                <a:buNone/>
              </a:pPr>
              <a:r>
                <a:rPr b="1" i="0" lang="en" sz="2400">
                  <a:solidFill>
                    <a:srgbClr val="FFFFFF"/>
                  </a:solidFill>
                  <a:latin typeface="Unbounded"/>
                  <a:ea typeface="Unbounded"/>
                  <a:cs typeface="Unbounded"/>
                  <a:sym typeface="Unbounded"/>
                </a:rPr>
                <a:t>02</a:t>
              </a:r>
              <a:endParaRPr b="1" i="0" sz="2400">
                <a:solidFill>
                  <a:srgbClr val="FFFFFF"/>
                </a:solidFill>
                <a:latin typeface="Unbounded"/>
                <a:ea typeface="Unbounded"/>
                <a:cs typeface="Unbounded"/>
                <a:sym typeface="Unbounded"/>
              </a:endParaRPr>
            </a:p>
            <a:p>
              <a:pPr indent="0" lvl="0" marL="0" rtl="0" algn="ctr">
                <a:spcBef>
                  <a:spcPts val="750"/>
                </a:spcBef>
                <a:spcAft>
                  <a:spcPts val="0"/>
                </a:spcAft>
                <a:buNone/>
              </a:pPr>
              <a:r>
                <a:rPr b="0" i="0" lang="en" sz="1100">
                  <a:solidFill>
                    <a:srgbClr val="FFFFFF"/>
                  </a:solidFill>
                  <a:latin typeface="Work Sans Medium"/>
                  <a:ea typeface="Work Sans Medium"/>
                  <a:cs typeface="Work Sans Medium"/>
                  <a:sym typeface="Work Sans Medium"/>
                </a:rPr>
                <a:t>Acquisition brute</a:t>
              </a:r>
              <a:endParaRPr b="0" i="0" sz="1100">
                <a:solidFill>
                  <a:srgbClr val="FFFFFF"/>
                </a:solidFill>
                <a:latin typeface="Work Sans Medium"/>
                <a:ea typeface="Work Sans Medium"/>
                <a:cs typeface="Work Sans Medium"/>
                <a:sym typeface="Work Sans Medium"/>
              </a:endParaRPr>
            </a:p>
          </p:txBody>
        </p:sp>
      </p:grpSp>
      <p:cxnSp>
        <p:nvCxnSpPr>
          <p:cNvPr id="699" name="Google Shape;699;p66"/>
          <p:cNvCxnSpPr/>
          <p:nvPr/>
        </p:nvCxnSpPr>
        <p:spPr>
          <a:xfrm rot="10800000">
            <a:off x="3929025" y="2214600"/>
            <a:ext cx="0" cy="142800"/>
          </a:xfrm>
          <a:prstGeom prst="straightConnector1">
            <a:avLst/>
          </a:prstGeom>
          <a:solidFill>
            <a:srgbClr val="FFFFFF"/>
          </a:solidFill>
          <a:ln cap="flat" cmpd="sng" w="19050">
            <a:solidFill>
              <a:srgbClr val="FFFFFF"/>
            </a:solidFill>
            <a:prstDash val="solid"/>
            <a:round/>
            <a:headEnd len="sm" w="sm" type="none"/>
            <a:tailEnd len="sm" w="sm" type="none"/>
          </a:ln>
        </p:spPr>
      </p:cxnSp>
      <p:grpSp>
        <p:nvGrpSpPr>
          <p:cNvPr id="700" name="Google Shape;700;p66"/>
          <p:cNvGrpSpPr/>
          <p:nvPr/>
        </p:nvGrpSpPr>
        <p:grpSpPr>
          <a:xfrm>
            <a:off x="4000500" y="1524000"/>
            <a:ext cx="1524000" cy="1524000"/>
            <a:chOff x="4000500" y="1524000"/>
            <a:chExt cx="1524000" cy="1524000"/>
          </a:xfrm>
        </p:grpSpPr>
        <p:sp>
          <p:nvSpPr>
            <p:cNvPr id="701" name="Google Shape;701;p66"/>
            <p:cNvSpPr/>
            <p:nvPr/>
          </p:nvSpPr>
          <p:spPr>
            <a:xfrm>
              <a:off x="4000500" y="1524000"/>
              <a:ext cx="1524000" cy="1524000"/>
            </a:xfrm>
            <a:prstGeom prst="roundRect">
              <a:avLst>
                <a:gd fmla="val 937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2" name="Google Shape;702;p66"/>
            <p:cNvSpPr txBox="1"/>
            <p:nvPr/>
          </p:nvSpPr>
          <p:spPr>
            <a:xfrm>
              <a:off x="4000500" y="1524000"/>
              <a:ext cx="1524000" cy="1524000"/>
            </a:xfrm>
            <a:prstGeom prst="rect">
              <a:avLst/>
            </a:prstGeom>
            <a:solidFill>
              <a:srgbClr val="000000">
                <a:alpha val="0"/>
              </a:srgbClr>
            </a:solidFill>
            <a:ln>
              <a:noFill/>
            </a:ln>
          </p:spPr>
          <p:txBody>
            <a:bodyPr anchorCtr="0" anchor="ctr" bIns="95250" lIns="95250" spcFirstLastPara="1" rIns="95250" wrap="square" tIns="95250">
              <a:noAutofit/>
            </a:bodyPr>
            <a:lstStyle/>
            <a:p>
              <a:pPr indent="0" lvl="0" marL="0" rtl="0" algn="ctr">
                <a:spcBef>
                  <a:spcPts val="0"/>
                </a:spcBef>
                <a:spcAft>
                  <a:spcPts val="0"/>
                </a:spcAft>
                <a:buNone/>
              </a:pPr>
              <a:r>
                <a:rPr b="1" i="0" lang="en" sz="2400">
                  <a:solidFill>
                    <a:srgbClr val="6AA84F"/>
                  </a:solidFill>
                  <a:latin typeface="Unbounded"/>
                  <a:ea typeface="Unbounded"/>
                  <a:cs typeface="Unbounded"/>
                  <a:sym typeface="Unbounded"/>
                </a:rPr>
                <a:t>03</a:t>
              </a:r>
              <a:endParaRPr b="1" i="0" sz="2400">
                <a:solidFill>
                  <a:srgbClr val="6AA84F"/>
                </a:solidFill>
                <a:latin typeface="Unbounded"/>
                <a:ea typeface="Unbounded"/>
                <a:cs typeface="Unbounded"/>
                <a:sym typeface="Unbounded"/>
              </a:endParaRPr>
            </a:p>
            <a:p>
              <a:pPr indent="0" lvl="0" marL="0" rtl="0" algn="ctr">
                <a:spcBef>
                  <a:spcPts val="750"/>
                </a:spcBef>
                <a:spcAft>
                  <a:spcPts val="0"/>
                </a:spcAft>
                <a:buNone/>
              </a:pPr>
              <a:r>
                <a:rPr b="0" i="0" lang="en" sz="1000">
                  <a:solidFill>
                    <a:srgbClr val="6AA84F"/>
                  </a:solidFill>
                  <a:latin typeface="Work Sans Medium"/>
                  <a:ea typeface="Work Sans Medium"/>
                  <a:cs typeface="Work Sans Medium"/>
                  <a:sym typeface="Work Sans Medium"/>
                </a:rPr>
                <a:t>Traitement individuel de chaque signal</a:t>
              </a:r>
              <a:endParaRPr b="0" i="0" sz="1000">
                <a:solidFill>
                  <a:srgbClr val="6AA84F"/>
                </a:solidFill>
                <a:latin typeface="Work Sans Medium"/>
                <a:ea typeface="Work Sans Medium"/>
                <a:cs typeface="Work Sans Medium"/>
                <a:sym typeface="Work Sans Medium"/>
              </a:endParaRPr>
            </a:p>
          </p:txBody>
        </p:sp>
      </p:grpSp>
      <p:cxnSp>
        <p:nvCxnSpPr>
          <p:cNvPr id="703" name="Google Shape;703;p66"/>
          <p:cNvCxnSpPr/>
          <p:nvPr/>
        </p:nvCxnSpPr>
        <p:spPr>
          <a:xfrm rot="10800000">
            <a:off x="5595900" y="2214600"/>
            <a:ext cx="0" cy="142800"/>
          </a:xfrm>
          <a:prstGeom prst="straightConnector1">
            <a:avLst/>
          </a:prstGeom>
          <a:solidFill>
            <a:srgbClr val="FFFFFF"/>
          </a:solidFill>
          <a:ln cap="flat" cmpd="sng" w="19050">
            <a:solidFill>
              <a:srgbClr val="FFFFFF"/>
            </a:solidFill>
            <a:prstDash val="solid"/>
            <a:round/>
            <a:headEnd len="sm" w="sm" type="none"/>
            <a:tailEnd len="sm" w="sm" type="none"/>
          </a:ln>
        </p:spPr>
      </p:cxnSp>
      <p:grpSp>
        <p:nvGrpSpPr>
          <p:cNvPr id="704" name="Google Shape;704;p66"/>
          <p:cNvGrpSpPr/>
          <p:nvPr/>
        </p:nvGrpSpPr>
        <p:grpSpPr>
          <a:xfrm>
            <a:off x="5667375" y="1524000"/>
            <a:ext cx="1524000" cy="1524000"/>
            <a:chOff x="5667375" y="1524000"/>
            <a:chExt cx="1524000" cy="1524000"/>
          </a:xfrm>
        </p:grpSpPr>
        <p:sp>
          <p:nvSpPr>
            <p:cNvPr id="705" name="Google Shape;705;p66"/>
            <p:cNvSpPr/>
            <p:nvPr/>
          </p:nvSpPr>
          <p:spPr>
            <a:xfrm>
              <a:off x="5667375" y="1524000"/>
              <a:ext cx="1524000" cy="1524000"/>
            </a:xfrm>
            <a:prstGeom prst="roundRect">
              <a:avLst>
                <a:gd fmla="val 9375" name="adj"/>
              </a:avLst>
            </a:prstGeom>
            <a:solidFill>
              <a:srgbClr val="FFFFFF">
                <a:alpha val="20000"/>
              </a:srgbClr>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6" name="Google Shape;706;p66"/>
            <p:cNvSpPr txBox="1"/>
            <p:nvPr/>
          </p:nvSpPr>
          <p:spPr>
            <a:xfrm>
              <a:off x="5667375" y="1524000"/>
              <a:ext cx="1524000" cy="1524000"/>
            </a:xfrm>
            <a:prstGeom prst="rect">
              <a:avLst/>
            </a:prstGeom>
            <a:solidFill>
              <a:srgbClr val="000000">
                <a:alpha val="0"/>
              </a:srgbClr>
            </a:solidFill>
            <a:ln>
              <a:noFill/>
            </a:ln>
          </p:spPr>
          <p:txBody>
            <a:bodyPr anchorCtr="0" anchor="ctr" bIns="95250" lIns="95250" spcFirstLastPara="1" rIns="95250" wrap="square" tIns="95250">
              <a:noAutofit/>
            </a:bodyPr>
            <a:lstStyle/>
            <a:p>
              <a:pPr indent="0" lvl="0" marL="0" rtl="0" algn="ctr">
                <a:spcBef>
                  <a:spcPts val="0"/>
                </a:spcBef>
                <a:spcAft>
                  <a:spcPts val="0"/>
                </a:spcAft>
                <a:buNone/>
              </a:pPr>
              <a:r>
                <a:rPr b="1" i="0" lang="en" sz="2400">
                  <a:solidFill>
                    <a:srgbClr val="FFFFFF"/>
                  </a:solidFill>
                  <a:latin typeface="Unbounded"/>
                  <a:ea typeface="Unbounded"/>
                  <a:cs typeface="Unbounded"/>
                  <a:sym typeface="Unbounded"/>
                </a:rPr>
                <a:t>04</a:t>
              </a:r>
              <a:endParaRPr b="1" i="0" sz="2400">
                <a:solidFill>
                  <a:srgbClr val="FFFFFF"/>
                </a:solidFill>
                <a:latin typeface="Unbounded"/>
                <a:ea typeface="Unbounded"/>
                <a:cs typeface="Unbounded"/>
                <a:sym typeface="Unbounded"/>
              </a:endParaRPr>
            </a:p>
            <a:p>
              <a:pPr indent="0" lvl="0" marL="0" rtl="0" algn="ctr">
                <a:spcBef>
                  <a:spcPts val="750"/>
                </a:spcBef>
                <a:spcAft>
                  <a:spcPts val="0"/>
                </a:spcAft>
                <a:buNone/>
              </a:pPr>
              <a:r>
                <a:rPr b="0" i="0" lang="en" sz="1000">
                  <a:solidFill>
                    <a:srgbClr val="FFFFFF"/>
                  </a:solidFill>
                  <a:latin typeface="Work Sans Medium"/>
                  <a:ea typeface="Work Sans Medium"/>
                  <a:cs typeface="Work Sans Medium"/>
                  <a:sym typeface="Work Sans Medium"/>
                </a:rPr>
                <a:t>Calcul d’une valeur globale de stress</a:t>
              </a:r>
              <a:endParaRPr b="0" i="0" sz="1000">
                <a:solidFill>
                  <a:srgbClr val="FFFFFF"/>
                </a:solidFill>
                <a:latin typeface="Work Sans Medium"/>
                <a:ea typeface="Work Sans Medium"/>
                <a:cs typeface="Work Sans Medium"/>
                <a:sym typeface="Work Sans Medium"/>
              </a:endParaRPr>
            </a:p>
          </p:txBody>
        </p:sp>
      </p:grpSp>
      <p:cxnSp>
        <p:nvCxnSpPr>
          <p:cNvPr id="707" name="Google Shape;707;p66"/>
          <p:cNvCxnSpPr/>
          <p:nvPr/>
        </p:nvCxnSpPr>
        <p:spPr>
          <a:xfrm rot="10800000">
            <a:off x="7262775" y="2214600"/>
            <a:ext cx="0" cy="142800"/>
          </a:xfrm>
          <a:prstGeom prst="straightConnector1">
            <a:avLst/>
          </a:prstGeom>
          <a:solidFill>
            <a:srgbClr val="FFFFFF"/>
          </a:solidFill>
          <a:ln cap="flat" cmpd="sng" w="19050">
            <a:solidFill>
              <a:srgbClr val="FFFFFF"/>
            </a:solidFill>
            <a:prstDash val="solid"/>
            <a:round/>
            <a:headEnd len="sm" w="sm" type="none"/>
            <a:tailEnd len="sm" w="sm" type="none"/>
          </a:ln>
        </p:spPr>
      </p:cxnSp>
      <p:grpSp>
        <p:nvGrpSpPr>
          <p:cNvPr id="708" name="Google Shape;708;p66"/>
          <p:cNvGrpSpPr/>
          <p:nvPr/>
        </p:nvGrpSpPr>
        <p:grpSpPr>
          <a:xfrm>
            <a:off x="7334250" y="1524000"/>
            <a:ext cx="1524000" cy="1524000"/>
            <a:chOff x="7334250" y="1524000"/>
            <a:chExt cx="1524000" cy="1524000"/>
          </a:xfrm>
        </p:grpSpPr>
        <p:sp>
          <p:nvSpPr>
            <p:cNvPr id="709" name="Google Shape;709;p66"/>
            <p:cNvSpPr/>
            <p:nvPr/>
          </p:nvSpPr>
          <p:spPr>
            <a:xfrm>
              <a:off x="7334250" y="1524000"/>
              <a:ext cx="1524000" cy="1524000"/>
            </a:xfrm>
            <a:prstGeom prst="roundRect">
              <a:avLst>
                <a:gd fmla="val 9375"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0" name="Google Shape;710;p66"/>
            <p:cNvSpPr txBox="1"/>
            <p:nvPr/>
          </p:nvSpPr>
          <p:spPr>
            <a:xfrm>
              <a:off x="7334250" y="1524000"/>
              <a:ext cx="1524000" cy="1524000"/>
            </a:xfrm>
            <a:prstGeom prst="rect">
              <a:avLst/>
            </a:prstGeom>
            <a:solidFill>
              <a:srgbClr val="000000">
                <a:alpha val="0"/>
              </a:srgbClr>
            </a:solidFill>
            <a:ln>
              <a:noFill/>
            </a:ln>
          </p:spPr>
          <p:txBody>
            <a:bodyPr anchorCtr="0" anchor="ctr" bIns="95250" lIns="95250" spcFirstLastPara="1" rIns="95250" wrap="square" tIns="95250">
              <a:noAutofit/>
            </a:bodyPr>
            <a:lstStyle/>
            <a:p>
              <a:pPr indent="0" lvl="0" marL="0" rtl="0" algn="ctr">
                <a:spcBef>
                  <a:spcPts val="0"/>
                </a:spcBef>
                <a:spcAft>
                  <a:spcPts val="0"/>
                </a:spcAft>
                <a:buNone/>
              </a:pPr>
              <a:r>
                <a:rPr b="1" i="0" lang="en" sz="2400">
                  <a:solidFill>
                    <a:srgbClr val="6AA84F"/>
                  </a:solidFill>
                  <a:latin typeface="Unbounded"/>
                  <a:ea typeface="Unbounded"/>
                  <a:cs typeface="Unbounded"/>
                  <a:sym typeface="Unbounded"/>
                </a:rPr>
                <a:t>05</a:t>
              </a:r>
              <a:endParaRPr b="1" i="0" sz="2400">
                <a:solidFill>
                  <a:srgbClr val="6AA84F"/>
                </a:solidFill>
                <a:latin typeface="Unbounded"/>
                <a:ea typeface="Unbounded"/>
                <a:cs typeface="Unbounded"/>
                <a:sym typeface="Unbounded"/>
              </a:endParaRPr>
            </a:p>
            <a:p>
              <a:pPr indent="0" lvl="0" marL="0" rtl="0" algn="ctr">
                <a:spcBef>
                  <a:spcPts val="750"/>
                </a:spcBef>
                <a:spcAft>
                  <a:spcPts val="0"/>
                </a:spcAft>
                <a:buNone/>
              </a:pPr>
              <a:r>
                <a:rPr b="0" i="0" lang="en" sz="1100">
                  <a:solidFill>
                    <a:srgbClr val="6AA84F"/>
                  </a:solidFill>
                  <a:latin typeface="Work Sans Medium"/>
                  <a:ea typeface="Work Sans Medium"/>
                  <a:cs typeface="Work Sans Medium"/>
                  <a:sym typeface="Work Sans Medium"/>
                </a:rPr>
                <a:t>Envoi à Unity</a:t>
              </a:r>
              <a:endParaRPr b="0" i="0" sz="1100">
                <a:solidFill>
                  <a:srgbClr val="6AA84F"/>
                </a:solidFill>
                <a:latin typeface="Work Sans Medium"/>
                <a:ea typeface="Work Sans Medium"/>
                <a:cs typeface="Work Sans Medium"/>
                <a:sym typeface="Work Sans Medium"/>
              </a:endParaRPr>
            </a:p>
          </p:txBody>
        </p:sp>
      </p:grpSp>
      <p:sp>
        <p:nvSpPr>
          <p:cNvPr id="711" name="Google Shape;711;p66"/>
          <p:cNvSpPr txBox="1"/>
          <p:nvPr>
            <p:ph idx="1" type="body"/>
          </p:nvPr>
        </p:nvSpPr>
        <p:spPr>
          <a:xfrm>
            <a:off x="1714500" y="3619500"/>
            <a:ext cx="5715000" cy="762000"/>
          </a:xfrm>
          <a:prstGeom prst="rect">
            <a:avLst/>
          </a:prstGeom>
          <a:solidFill>
            <a:srgbClr val="FFFFFF">
              <a:alpha val="10000"/>
            </a:srgbClr>
          </a:solidFill>
          <a:ln cap="flat" cmpd="sng" w="19050">
            <a:solidFill>
              <a:srgbClr val="FFFFFF"/>
            </a:solidFill>
            <a:prstDash val="solid"/>
            <a:round/>
            <a:headEnd len="sm" w="sm" type="none"/>
            <a:tailEnd len="sm" w="sm" type="none"/>
          </a:ln>
        </p:spPr>
        <p:txBody>
          <a:bodyPr anchorCtr="0" anchor="ctr" bIns="95250" lIns="95250" spcFirstLastPara="1" rIns="95250" wrap="square" tIns="95250">
            <a:noAutofit/>
          </a:bodyPr>
          <a:lstStyle/>
          <a:p>
            <a:pPr indent="0" lvl="0" marL="0" rtl="0" algn="ctr">
              <a:spcBef>
                <a:spcPts val="0"/>
              </a:spcBef>
              <a:spcAft>
                <a:spcPts val="0"/>
              </a:spcAft>
              <a:buNone/>
            </a:pPr>
            <a:r>
              <a:rPr b="0" i="0" lang="en" sz="1400">
                <a:solidFill>
                  <a:srgbClr val="FFFFFF"/>
                </a:solidFill>
                <a:latin typeface="Work Sans Medium"/>
                <a:ea typeface="Work Sans Medium"/>
                <a:cs typeface="Work Sans Medium"/>
                <a:sym typeface="Work Sans Medium"/>
              </a:rPr>
              <a:t>Utilisation des valeurs pour faire vivre le jeu</a:t>
            </a:r>
            <a:endParaRPr b="0" i="0" sz="1400">
              <a:solidFill>
                <a:srgbClr val="FFFFFF"/>
              </a:solidFill>
              <a:latin typeface="Work Sans Medium"/>
              <a:ea typeface="Work Sans Medium"/>
              <a:cs typeface="Work Sans Medium"/>
              <a:sym typeface="Work Sans Medium"/>
            </a:endParaRPr>
          </a:p>
        </p:txBody>
      </p:sp>
      <p:sp>
        <p:nvSpPr>
          <p:cNvPr id="712" name="Google Shape;712;p66"/>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713" name="Google Shape;713;p66"/>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717" name="Shape 717"/>
        <p:cNvGrpSpPr/>
        <p:nvPr/>
      </p:nvGrpSpPr>
      <p:grpSpPr>
        <a:xfrm>
          <a:off x="0" y="0"/>
          <a:ext cx="0" cy="0"/>
          <a:chOff x="0" y="0"/>
          <a:chExt cx="0" cy="0"/>
        </a:xfrm>
      </p:grpSpPr>
      <p:sp>
        <p:nvSpPr>
          <p:cNvPr id="718" name="Google Shape;718;p67"/>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9" name="Google Shape;719;p67"/>
          <p:cNvSpPr txBox="1"/>
          <p:nvPr/>
        </p:nvSpPr>
        <p:spPr>
          <a:xfrm>
            <a:off x="538900" y="226750"/>
            <a:ext cx="819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860">
                <a:solidFill>
                  <a:srgbClr val="FCFCFC"/>
                </a:solidFill>
                <a:latin typeface="Unbounded"/>
                <a:ea typeface="Unbounded"/>
                <a:cs typeface="Unbounded"/>
                <a:sym typeface="Unbounded"/>
              </a:rPr>
              <a:t>La communication Python-Unity : le pont WebSocket</a:t>
            </a:r>
            <a:endParaRPr b="1" sz="1860">
              <a:solidFill>
                <a:srgbClr val="FCFCFC"/>
              </a:solidFill>
              <a:latin typeface="Unbounded"/>
              <a:ea typeface="Unbounded"/>
              <a:cs typeface="Unbounded"/>
              <a:sym typeface="Unbounded"/>
            </a:endParaRPr>
          </a:p>
        </p:txBody>
      </p:sp>
      <p:sp>
        <p:nvSpPr>
          <p:cNvPr id="720" name="Google Shape;720;p67"/>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721" name="Google Shape;721;p67"/>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grpSp>
        <p:nvGrpSpPr>
          <p:cNvPr id="722" name="Google Shape;722;p67"/>
          <p:cNvGrpSpPr/>
          <p:nvPr/>
        </p:nvGrpSpPr>
        <p:grpSpPr>
          <a:xfrm>
            <a:off x="666750" y="1047750"/>
            <a:ext cx="8001150" cy="2952900"/>
            <a:chOff x="666750" y="1047750"/>
            <a:chExt cx="8001150" cy="2952900"/>
          </a:xfrm>
        </p:grpSpPr>
        <p:sp>
          <p:nvSpPr>
            <p:cNvPr id="723" name="Google Shape;723;p67"/>
            <p:cNvSpPr/>
            <p:nvPr/>
          </p:nvSpPr>
          <p:spPr>
            <a:xfrm>
              <a:off x="666750" y="1047750"/>
              <a:ext cx="3905400" cy="2952900"/>
            </a:xfrm>
            <a:prstGeom prst="roundRect">
              <a:avLst>
                <a:gd fmla="val 4838"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4" name="Google Shape;724;p67"/>
            <p:cNvSpPr txBox="1"/>
            <p:nvPr/>
          </p:nvSpPr>
          <p:spPr>
            <a:xfrm>
              <a:off x="809625" y="1190625"/>
              <a:ext cx="3619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FFFFF"/>
                  </a:solidFill>
                  <a:latin typeface="Unbounded"/>
                  <a:ea typeface="Unbounded"/>
                  <a:cs typeface="Unbounded"/>
                  <a:sym typeface="Unbounded"/>
                </a:rPr>
                <a:t>Serveur Python (Source)</a:t>
              </a:r>
              <a:endParaRPr b="1" sz="1400">
                <a:solidFill>
                  <a:srgbClr val="FFFFFF"/>
                </a:solidFill>
                <a:latin typeface="Unbounded"/>
                <a:ea typeface="Unbounded"/>
                <a:cs typeface="Unbounded"/>
                <a:sym typeface="Unbounded"/>
              </a:endParaRPr>
            </a:p>
            <a:p>
              <a:pPr indent="0" lvl="0" marL="0" rtl="0" algn="l">
                <a:spcBef>
                  <a:spcPts val="900"/>
                </a:spcBef>
                <a:spcAft>
                  <a:spcPts val="0"/>
                </a:spcAft>
                <a:buNone/>
              </a:pPr>
              <a:r>
                <a:rPr lang="en" sz="1100">
                  <a:solidFill>
                    <a:srgbClr val="FFFFFF"/>
                  </a:solidFill>
                  <a:latin typeface="Work Sans"/>
                  <a:ea typeface="Work Sans"/>
                  <a:cs typeface="Work Sans"/>
                  <a:sym typeface="Work Sans"/>
                </a:rPr>
                <a:t>Architecture client-serveur légère envoyant des trames JSON à </a:t>
              </a:r>
              <a:r>
                <a:rPr b="1" lang="en" sz="1100">
                  <a:solidFill>
                    <a:srgbClr val="FFFFFF"/>
                  </a:solidFill>
                  <a:latin typeface="Work Sans"/>
                  <a:ea typeface="Work Sans"/>
                  <a:cs typeface="Work Sans"/>
                  <a:sym typeface="Work Sans"/>
                </a:rPr>
                <a:t>10 Hz</a:t>
              </a:r>
              <a:r>
                <a:rPr lang="en" sz="1100">
                  <a:solidFill>
                    <a:srgbClr val="FFFFFF"/>
                  </a:solidFill>
                  <a:latin typeface="Work Sans"/>
                  <a:ea typeface="Work Sans"/>
                  <a:cs typeface="Work Sans"/>
                  <a:sym typeface="Work Sans"/>
                </a:rPr>
                <a:t> (toutes les 100ms).</a:t>
              </a:r>
              <a:endParaRPr sz="1100">
                <a:solidFill>
                  <a:srgbClr val="FFFFFF"/>
                </a:solidFill>
                <a:latin typeface="Work Sans"/>
                <a:ea typeface="Work Sans"/>
                <a:cs typeface="Work Sans"/>
                <a:sym typeface="Work Sans"/>
              </a:endParaRPr>
            </a:p>
            <a:p>
              <a:pPr indent="0" lvl="0" marL="0" rtl="0" algn="l">
                <a:spcBef>
                  <a:spcPts val="750"/>
                </a:spcBef>
                <a:spcAft>
                  <a:spcPts val="0"/>
                </a:spcAft>
                <a:buNone/>
              </a:pPr>
              <a:r>
                <a:rPr b="0" lang="en" sz="1000">
                  <a:solidFill>
                    <a:srgbClr val="FFFFFF"/>
                  </a:solidFill>
                  <a:latin typeface="Work Sans SemiBold"/>
                  <a:ea typeface="Work Sans SemiBold"/>
                  <a:cs typeface="Work Sans SemiBold"/>
                  <a:sym typeface="Work Sans SemiBold"/>
                </a:rPr>
                <a:t>Métriques transmises :</a:t>
              </a:r>
              <a:endParaRPr b="0" sz="1000">
                <a:solidFill>
                  <a:srgbClr val="FFFFFF"/>
                </a:solidFill>
                <a:latin typeface="Work Sans SemiBold"/>
                <a:ea typeface="Work Sans SemiBold"/>
                <a:cs typeface="Work Sans SemiBold"/>
                <a:sym typeface="Work Sans SemiBold"/>
              </a:endParaRPr>
            </a:p>
            <a:p>
              <a:pPr indent="-292100" lvl="0" marL="457200" rtl="0" algn="l">
                <a:spcBef>
                  <a:spcPts val="6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Fréquence Cardiaque &amp; HRV</a:t>
              </a:r>
              <a:endParaRPr sz="1000">
                <a:solidFill>
                  <a:srgbClr val="FFFFFF"/>
                </a:solidFill>
                <a:latin typeface="Work Sans"/>
                <a:ea typeface="Work Sans"/>
                <a:cs typeface="Work Sans"/>
                <a:sym typeface="Work Sans"/>
              </a:endParaRPr>
            </a:p>
            <a:p>
              <a:pPr indent="-292100" lvl="0" marL="457200" rtl="0" algn="l">
                <a:spcBef>
                  <a:spcPts val="3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Fréquence Respiratoire</a:t>
              </a:r>
              <a:endParaRPr sz="1000">
                <a:solidFill>
                  <a:srgbClr val="FFFFFF"/>
                </a:solidFill>
                <a:latin typeface="Work Sans"/>
                <a:ea typeface="Work Sans"/>
                <a:cs typeface="Work Sans"/>
                <a:sym typeface="Work Sans"/>
              </a:endParaRPr>
            </a:p>
            <a:p>
              <a:pPr indent="-292100" lvl="0" marL="457200" rtl="0" algn="l">
                <a:spcBef>
                  <a:spcPts val="3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Activité Électrodermale (EDA)</a:t>
              </a:r>
              <a:endParaRPr sz="1000">
                <a:solidFill>
                  <a:srgbClr val="FFFFFF"/>
                </a:solidFill>
                <a:latin typeface="Work Sans"/>
                <a:ea typeface="Work Sans"/>
                <a:cs typeface="Work Sans"/>
                <a:sym typeface="Work Sans"/>
              </a:endParaRPr>
            </a:p>
            <a:p>
              <a:pPr indent="-292100" lvl="0" marL="457200" rtl="0" algn="l">
                <a:spcBef>
                  <a:spcPts val="3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Mouvement (Accéléromètre)</a:t>
              </a:r>
              <a:endParaRPr sz="1000">
                <a:solidFill>
                  <a:srgbClr val="FFFFFF"/>
                </a:solidFill>
                <a:latin typeface="Work Sans"/>
                <a:ea typeface="Work Sans"/>
                <a:cs typeface="Work Sans"/>
                <a:sym typeface="Work Sans"/>
              </a:endParaRPr>
            </a:p>
            <a:p>
              <a:pPr indent="-292100" lvl="0" marL="457200" rtl="0" algn="l">
                <a:spcBef>
                  <a:spcPts val="3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Score de stress composite</a:t>
              </a:r>
              <a:endParaRPr sz="1000">
                <a:solidFill>
                  <a:srgbClr val="FFFFFF"/>
                </a:solidFill>
                <a:latin typeface="Work Sans"/>
                <a:ea typeface="Work Sans"/>
                <a:cs typeface="Work Sans"/>
                <a:sym typeface="Work Sans"/>
              </a:endParaRPr>
            </a:p>
          </p:txBody>
        </p:sp>
        <p:sp>
          <p:nvSpPr>
            <p:cNvPr id="725" name="Google Shape;725;p67"/>
            <p:cNvSpPr/>
            <p:nvPr/>
          </p:nvSpPr>
          <p:spPr>
            <a:xfrm>
              <a:off x="4762500" y="1047750"/>
              <a:ext cx="3905400" cy="2952900"/>
            </a:xfrm>
            <a:prstGeom prst="roundRect">
              <a:avLst>
                <a:gd fmla="val 4838"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6" name="Google Shape;726;p67"/>
            <p:cNvSpPr txBox="1"/>
            <p:nvPr/>
          </p:nvSpPr>
          <p:spPr>
            <a:xfrm>
              <a:off x="4905375" y="1190625"/>
              <a:ext cx="36195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FFFFFF"/>
                  </a:solidFill>
                  <a:latin typeface="Unbounded"/>
                  <a:ea typeface="Unbounded"/>
                  <a:cs typeface="Unbounded"/>
                  <a:sym typeface="Unbounded"/>
                </a:rPr>
                <a:t>Client Unity (BioBridge)</a:t>
              </a:r>
              <a:endParaRPr b="1" sz="1400">
                <a:solidFill>
                  <a:srgbClr val="FFFFFF"/>
                </a:solidFill>
                <a:latin typeface="Unbounded"/>
                <a:ea typeface="Unbounded"/>
                <a:cs typeface="Unbounded"/>
                <a:sym typeface="Unbounded"/>
              </a:endParaRPr>
            </a:p>
            <a:p>
              <a:pPr indent="0" lvl="0" marL="0" rtl="0" algn="l">
                <a:spcBef>
                  <a:spcPts val="900"/>
                </a:spcBef>
                <a:spcAft>
                  <a:spcPts val="0"/>
                </a:spcAft>
                <a:buNone/>
              </a:pPr>
              <a:r>
                <a:rPr lang="en" sz="1100">
                  <a:solidFill>
                    <a:srgbClr val="FFFFFF"/>
                  </a:solidFill>
                  <a:latin typeface="Work Sans"/>
                  <a:ea typeface="Work Sans"/>
                  <a:cs typeface="Work Sans"/>
                  <a:sym typeface="Work Sans"/>
                </a:rPr>
                <a:t>Singleton persistant gérant la connexion sur un </a:t>
              </a:r>
              <a:r>
                <a:rPr b="1" lang="en" sz="1100">
                  <a:solidFill>
                    <a:srgbClr val="FFFFFF"/>
                  </a:solidFill>
                  <a:latin typeface="Work Sans"/>
                  <a:ea typeface="Work Sans"/>
                  <a:cs typeface="Work Sans"/>
                  <a:sym typeface="Work Sans"/>
                </a:rPr>
                <a:t>thread d'arrière-plan</a:t>
              </a:r>
              <a:r>
                <a:rPr lang="en" sz="1100">
                  <a:solidFill>
                    <a:srgbClr val="FFFFFF"/>
                  </a:solidFill>
                  <a:latin typeface="Work Sans"/>
                  <a:ea typeface="Work Sans"/>
                  <a:cs typeface="Work Sans"/>
                  <a:sym typeface="Work Sans"/>
                </a:rPr>
                <a:t> dédié.</a:t>
              </a:r>
              <a:endParaRPr sz="1100">
                <a:solidFill>
                  <a:srgbClr val="FFFFFF"/>
                </a:solidFill>
                <a:latin typeface="Work Sans"/>
                <a:ea typeface="Work Sans"/>
                <a:cs typeface="Work Sans"/>
                <a:sym typeface="Work Sans"/>
              </a:endParaRPr>
            </a:p>
            <a:p>
              <a:pPr indent="0" lvl="0" marL="0" rtl="0" algn="l">
                <a:spcBef>
                  <a:spcPts val="750"/>
                </a:spcBef>
                <a:spcAft>
                  <a:spcPts val="0"/>
                </a:spcAft>
                <a:buNone/>
              </a:pPr>
              <a:r>
                <a:rPr b="0" lang="en" sz="1000">
                  <a:solidFill>
                    <a:srgbClr val="FFFFFF"/>
                  </a:solidFill>
                  <a:latin typeface="Work Sans SemiBold"/>
                  <a:ea typeface="Work Sans SemiBold"/>
                  <a:cs typeface="Work Sans SemiBold"/>
                  <a:sym typeface="Work Sans SemiBold"/>
                </a:rPr>
                <a:t>Fonctionnalités clés :</a:t>
              </a:r>
              <a:endParaRPr b="0" sz="1000">
                <a:solidFill>
                  <a:srgbClr val="FFFFFF"/>
                </a:solidFill>
                <a:latin typeface="Work Sans SemiBold"/>
                <a:ea typeface="Work Sans SemiBold"/>
                <a:cs typeface="Work Sans SemiBold"/>
                <a:sym typeface="Work Sans SemiBold"/>
              </a:endParaRPr>
            </a:p>
            <a:p>
              <a:pPr indent="-292100" lvl="0" marL="457200" rtl="0" algn="l">
                <a:spcBef>
                  <a:spcPts val="6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Traitement des messages par frame</a:t>
              </a:r>
              <a:endParaRPr sz="1000">
                <a:solidFill>
                  <a:srgbClr val="FFFFFF"/>
                </a:solidFill>
                <a:latin typeface="Work Sans"/>
                <a:ea typeface="Work Sans"/>
                <a:cs typeface="Work Sans"/>
                <a:sym typeface="Work Sans"/>
              </a:endParaRPr>
            </a:p>
            <a:p>
              <a:pPr indent="-292100" lvl="0" marL="457200" rtl="0" algn="l">
                <a:spcBef>
                  <a:spcPts val="3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Événements typés (OnBioData, OnShot...)</a:t>
              </a:r>
              <a:endParaRPr sz="1000">
                <a:solidFill>
                  <a:srgbClr val="FFFFFF"/>
                </a:solidFill>
                <a:latin typeface="Work Sans"/>
                <a:ea typeface="Work Sans"/>
                <a:cs typeface="Work Sans"/>
                <a:sym typeface="Work Sans"/>
              </a:endParaRPr>
            </a:p>
            <a:p>
              <a:pPr indent="-292100" lvl="0" marL="457200" rtl="0" algn="l">
                <a:spcBef>
                  <a:spcPts val="3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Reconnexion auto (toutes les 2s)</a:t>
              </a:r>
              <a:endParaRPr sz="1000">
                <a:solidFill>
                  <a:srgbClr val="FFFFFF"/>
                </a:solidFill>
                <a:latin typeface="Work Sans"/>
                <a:ea typeface="Work Sans"/>
                <a:cs typeface="Work Sans"/>
                <a:sym typeface="Work Sans"/>
              </a:endParaRPr>
            </a:p>
            <a:p>
              <a:pPr indent="-292100" lvl="0" marL="457200" rtl="0" algn="l">
                <a:spcBef>
                  <a:spcPts val="300"/>
                </a:spcBef>
                <a:spcAft>
                  <a:spcPts val="0"/>
                </a:spcAft>
                <a:buClr>
                  <a:srgbClr val="FFFFFF"/>
                </a:buClr>
                <a:buSzPts val="1000"/>
                <a:buFont typeface="Work Sans"/>
                <a:buChar char="●"/>
              </a:pPr>
              <a:r>
                <a:rPr lang="en" sz="1000">
                  <a:solidFill>
                    <a:srgbClr val="FFFFFF"/>
                  </a:solidFill>
                  <a:latin typeface="Work Sans"/>
                  <a:ea typeface="Work Sans"/>
                  <a:cs typeface="Work Sans"/>
                  <a:sym typeface="Work Sans"/>
                </a:rPr>
                <a:t>Système robuste anti-crash</a:t>
              </a:r>
              <a:endParaRPr sz="1000">
                <a:solidFill>
                  <a:srgbClr val="FFFFFF"/>
                </a:solidFill>
                <a:latin typeface="Work Sans"/>
                <a:ea typeface="Work Sans"/>
                <a:cs typeface="Work Sans"/>
                <a:sym typeface="Work Sans"/>
              </a:endParaRPr>
            </a:p>
          </p:txBody>
        </p:sp>
      </p:grpSp>
      <p:grpSp>
        <p:nvGrpSpPr>
          <p:cNvPr id="727" name="Google Shape;727;p67"/>
          <p:cNvGrpSpPr/>
          <p:nvPr/>
        </p:nvGrpSpPr>
        <p:grpSpPr>
          <a:xfrm>
            <a:off x="666750" y="4191000"/>
            <a:ext cx="8001000" cy="476400"/>
            <a:chOff x="666750" y="4191000"/>
            <a:chExt cx="8001000" cy="476400"/>
          </a:xfrm>
        </p:grpSpPr>
        <p:sp>
          <p:nvSpPr>
            <p:cNvPr id="728" name="Google Shape;728;p67"/>
            <p:cNvSpPr/>
            <p:nvPr/>
          </p:nvSpPr>
          <p:spPr>
            <a:xfrm>
              <a:off x="666750" y="4191000"/>
              <a:ext cx="8001000" cy="476400"/>
            </a:xfrm>
            <a:prstGeom prst="roundRect">
              <a:avLst>
                <a:gd fmla="val 20000" name="adj"/>
              </a:avLst>
            </a:prstGeom>
            <a:solidFill>
              <a:srgbClr val="000000">
                <a:alpha val="2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9" name="Google Shape;729;p67"/>
            <p:cNvSpPr txBox="1"/>
            <p:nvPr/>
          </p:nvSpPr>
          <p:spPr>
            <a:xfrm>
              <a:off x="666750" y="4191000"/>
              <a:ext cx="8001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1100">
                  <a:solidFill>
                    <a:srgbClr val="FFFFFF"/>
                  </a:solidFill>
                  <a:latin typeface="Work Sans"/>
                  <a:ea typeface="Work Sans"/>
                  <a:cs typeface="Work Sans"/>
                  <a:sym typeface="Work Sans"/>
                </a:rPr>
                <a:t>Le </a:t>
              </a:r>
              <a:r>
                <a:rPr b="1" lang="en" sz="1100">
                  <a:solidFill>
                    <a:srgbClr val="FFFFFF"/>
                  </a:solidFill>
                  <a:latin typeface="Work Sans"/>
                  <a:ea typeface="Work Sans"/>
                  <a:cs typeface="Work Sans"/>
                  <a:sym typeface="Work Sans"/>
                </a:rPr>
                <a:t>BioBridge</a:t>
              </a:r>
              <a:r>
                <a:rPr lang="en" sz="1100">
                  <a:solidFill>
                    <a:srgbClr val="FFFFFF"/>
                  </a:solidFill>
                  <a:latin typeface="Work Sans"/>
                  <a:ea typeface="Work Sans"/>
                  <a:cs typeface="Work Sans"/>
                  <a:sym typeface="Work Sans"/>
                </a:rPr>
                <a:t> assure la synchronisation fluide entre les calculs physiologiques et les mécaniques de jeu.</a:t>
              </a:r>
              <a:endParaRPr sz="1100">
                <a:solidFill>
                  <a:srgbClr val="FFFFFF"/>
                </a:solidFill>
                <a:latin typeface="Work Sans"/>
                <a:ea typeface="Work Sans"/>
                <a:cs typeface="Work Sans"/>
                <a:sym typeface="Work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733" name="Shape 733"/>
        <p:cNvGrpSpPr/>
        <p:nvPr/>
      </p:nvGrpSpPr>
      <p:grpSpPr>
        <a:xfrm>
          <a:off x="0" y="0"/>
          <a:ext cx="0" cy="0"/>
          <a:chOff x="0" y="0"/>
          <a:chExt cx="0" cy="0"/>
        </a:xfrm>
      </p:grpSpPr>
      <p:sp>
        <p:nvSpPr>
          <p:cNvPr id="734" name="Google Shape;734;p68"/>
          <p:cNvSpPr/>
          <p:nvPr/>
        </p:nvSpPr>
        <p:spPr>
          <a:xfrm>
            <a:off x="0" y="0"/>
            <a:ext cx="347700" cy="51435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5" name="Google Shape;735;p68"/>
          <p:cNvSpPr txBox="1"/>
          <p:nvPr/>
        </p:nvSpPr>
        <p:spPr>
          <a:xfrm>
            <a:off x="666750" y="38100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3200">
                <a:solidFill>
                  <a:srgbClr val="FFFFFF"/>
                </a:solidFill>
                <a:latin typeface="Unbounded"/>
                <a:ea typeface="Unbounded"/>
                <a:cs typeface="Unbounded"/>
                <a:sym typeface="Unbounded"/>
              </a:rPr>
              <a:t>La phase de calibration</a:t>
            </a:r>
            <a:endParaRPr b="1" sz="3200">
              <a:solidFill>
                <a:srgbClr val="FFFFFF"/>
              </a:solidFill>
              <a:latin typeface="Unbounded"/>
              <a:ea typeface="Unbounded"/>
              <a:cs typeface="Unbounded"/>
              <a:sym typeface="Unbounded"/>
            </a:endParaRPr>
          </a:p>
        </p:txBody>
      </p:sp>
      <p:sp>
        <p:nvSpPr>
          <p:cNvPr id="736" name="Google Shape;736;p68"/>
          <p:cNvSpPr txBox="1"/>
          <p:nvPr/>
        </p:nvSpPr>
        <p:spPr>
          <a:xfrm>
            <a:off x="666750" y="1047750"/>
            <a:ext cx="5143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000000"/>
                </a:solidFill>
                <a:latin typeface="Work Sans"/>
                <a:ea typeface="Work Sans"/>
                <a:cs typeface="Work Sans"/>
                <a:sym typeface="Work Sans"/>
              </a:rPr>
              <a:t>Cette étape de 60 secondes au repos est </a:t>
            </a:r>
            <a:r>
              <a:rPr lang="en" sz="1200">
                <a:latin typeface="Work Sans"/>
                <a:ea typeface="Work Sans"/>
                <a:cs typeface="Work Sans"/>
                <a:sym typeface="Work Sans"/>
              </a:rPr>
              <a:t>importante </a:t>
            </a:r>
            <a:r>
              <a:rPr b="0" lang="en" sz="1200">
                <a:solidFill>
                  <a:srgbClr val="000000"/>
                </a:solidFill>
                <a:latin typeface="Work Sans"/>
                <a:ea typeface="Work Sans"/>
                <a:cs typeface="Work Sans"/>
                <a:sym typeface="Work Sans"/>
              </a:rPr>
              <a:t>pour établir les valeurs physiologiques de référence (baselines) propres à chaque individu.</a:t>
            </a:r>
            <a:endParaRPr b="0" sz="1200">
              <a:solidFill>
                <a:srgbClr val="000000"/>
              </a:solidFill>
              <a:latin typeface="Work Sans"/>
              <a:ea typeface="Work Sans"/>
              <a:cs typeface="Work Sans"/>
              <a:sym typeface="Work Sans"/>
            </a:endParaRPr>
          </a:p>
        </p:txBody>
      </p:sp>
      <p:grpSp>
        <p:nvGrpSpPr>
          <p:cNvPr id="737" name="Google Shape;737;p68"/>
          <p:cNvGrpSpPr/>
          <p:nvPr/>
        </p:nvGrpSpPr>
        <p:grpSpPr>
          <a:xfrm>
            <a:off x="6096000" y="1047750"/>
            <a:ext cx="2667000" cy="3429000"/>
            <a:chOff x="0" y="0"/>
            <a:chExt cx="2667000" cy="3429000"/>
          </a:xfrm>
        </p:grpSpPr>
        <p:sp>
          <p:nvSpPr>
            <p:cNvPr id="738" name="Google Shape;738;p68"/>
            <p:cNvSpPr/>
            <p:nvPr/>
          </p:nvSpPr>
          <p:spPr>
            <a:xfrm>
              <a:off x="0" y="0"/>
              <a:ext cx="2667000" cy="3429000"/>
            </a:xfrm>
            <a:prstGeom prst="roundRect">
              <a:avLst>
                <a:gd fmla="val 7142"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9" name="Google Shape;739;p68"/>
            <p:cNvSpPr txBox="1"/>
            <p:nvPr/>
          </p:nvSpPr>
          <p:spPr>
            <a:xfrm>
              <a:off x="190500" y="190500"/>
              <a:ext cx="2286000" cy="3048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rgbClr val="FFFFFF"/>
                  </a:solidFill>
                  <a:latin typeface="Unbounded Medium"/>
                  <a:ea typeface="Unbounded Medium"/>
                  <a:cs typeface="Unbounded Medium"/>
                  <a:sym typeface="Unbounded Medium"/>
                </a:rPr>
                <a:t>VALEURS DE RÉFÉRENCE</a:t>
              </a:r>
              <a:endParaRPr b="0" sz="1000">
                <a:solidFill>
                  <a:srgbClr val="FFFFFF"/>
                </a:solidFill>
                <a:latin typeface="Unbounded Medium"/>
                <a:ea typeface="Unbounded Medium"/>
                <a:cs typeface="Unbounded Medium"/>
                <a:sym typeface="Unbounded Medium"/>
              </a:endParaRPr>
            </a:p>
            <a:p>
              <a:pPr indent="0" lvl="0" marL="0" rtl="0" algn="l">
                <a:spcBef>
                  <a:spcPts val="1125"/>
                </a:spcBef>
                <a:spcAft>
                  <a:spcPts val="0"/>
                </a:spcAft>
                <a:buNone/>
              </a:pPr>
              <a:r>
                <a:rPr b="0" lang="en" sz="900">
                  <a:solidFill>
                    <a:srgbClr val="000000"/>
                  </a:solidFill>
                  <a:latin typeface="Work Sans Medium"/>
                  <a:ea typeface="Work Sans Medium"/>
                  <a:cs typeface="Work Sans Medium"/>
                  <a:sym typeface="Work Sans Medium"/>
                </a:rPr>
                <a:t>Fréquence Cardiaque (FC)</a:t>
              </a:r>
              <a:endParaRPr b="0" sz="900">
                <a:solidFill>
                  <a:srgbClr val="000000"/>
                </a:solidFill>
                <a:latin typeface="Work Sans Medium"/>
                <a:ea typeface="Work Sans Medium"/>
                <a:cs typeface="Work Sans Medium"/>
                <a:sym typeface="Work Sans Medium"/>
              </a:endParaRPr>
            </a:p>
            <a:p>
              <a:pPr indent="0" lvl="0" marL="0" rtl="0" algn="l">
                <a:spcBef>
                  <a:spcPts val="1125"/>
                </a:spcBef>
                <a:spcAft>
                  <a:spcPts val="0"/>
                </a:spcAft>
                <a:buNone/>
              </a:pPr>
              <a:r>
                <a:rPr b="1" lang="en" sz="1800">
                  <a:solidFill>
                    <a:srgbClr val="000000"/>
                  </a:solidFill>
                  <a:latin typeface="Work Sans"/>
                  <a:ea typeface="Work Sans"/>
                  <a:cs typeface="Work Sans"/>
                  <a:sym typeface="Work Sans"/>
                </a:rPr>
                <a:t>-- BPM</a:t>
              </a:r>
              <a:endParaRPr b="1" sz="1800">
                <a:solidFill>
                  <a:srgbClr val="000000"/>
                </a:solidFill>
                <a:latin typeface="Work Sans"/>
                <a:ea typeface="Work Sans"/>
                <a:cs typeface="Work Sans"/>
                <a:sym typeface="Work Sans"/>
              </a:endParaRPr>
            </a:p>
            <a:p>
              <a:pPr indent="0" lvl="0" marL="0" rtl="0" algn="l">
                <a:spcBef>
                  <a:spcPts val="1125"/>
                </a:spcBef>
                <a:spcAft>
                  <a:spcPts val="0"/>
                </a:spcAft>
                <a:buNone/>
              </a:pPr>
              <a:r>
                <a:rPr b="0" lang="en" sz="900">
                  <a:solidFill>
                    <a:srgbClr val="000000"/>
                  </a:solidFill>
                  <a:latin typeface="Work Sans Medium"/>
                  <a:ea typeface="Work Sans Medium"/>
                  <a:cs typeface="Work Sans Medium"/>
                  <a:sym typeface="Work Sans Medium"/>
                </a:rPr>
                <a:t>Variabilité Cardiaque (HRV)</a:t>
              </a:r>
              <a:endParaRPr b="0" sz="900">
                <a:solidFill>
                  <a:srgbClr val="000000"/>
                </a:solidFill>
                <a:latin typeface="Work Sans Medium"/>
                <a:ea typeface="Work Sans Medium"/>
                <a:cs typeface="Work Sans Medium"/>
                <a:sym typeface="Work Sans Medium"/>
              </a:endParaRPr>
            </a:p>
            <a:p>
              <a:pPr indent="0" lvl="0" marL="0" rtl="0" algn="l">
                <a:spcBef>
                  <a:spcPts val="1125"/>
                </a:spcBef>
                <a:spcAft>
                  <a:spcPts val="0"/>
                </a:spcAft>
                <a:buNone/>
              </a:pPr>
              <a:r>
                <a:rPr b="1" lang="en" sz="1800">
                  <a:solidFill>
                    <a:srgbClr val="000000"/>
                  </a:solidFill>
                  <a:latin typeface="Work Sans"/>
                  <a:ea typeface="Work Sans"/>
                  <a:cs typeface="Work Sans"/>
                  <a:sym typeface="Work Sans"/>
                </a:rPr>
                <a:t>-- ms</a:t>
              </a:r>
              <a:endParaRPr b="1" sz="1800">
                <a:solidFill>
                  <a:srgbClr val="000000"/>
                </a:solidFill>
                <a:latin typeface="Work Sans"/>
                <a:ea typeface="Work Sans"/>
                <a:cs typeface="Work Sans"/>
                <a:sym typeface="Work Sans"/>
              </a:endParaRPr>
            </a:p>
            <a:p>
              <a:pPr indent="0" lvl="0" marL="0" rtl="0" algn="l">
                <a:spcBef>
                  <a:spcPts val="1125"/>
                </a:spcBef>
                <a:spcAft>
                  <a:spcPts val="0"/>
                </a:spcAft>
                <a:buNone/>
              </a:pPr>
              <a:r>
                <a:rPr b="0" lang="en" sz="900">
                  <a:solidFill>
                    <a:srgbClr val="000000"/>
                  </a:solidFill>
                  <a:latin typeface="Work Sans Medium"/>
                  <a:ea typeface="Work Sans Medium"/>
                  <a:cs typeface="Work Sans Medium"/>
                  <a:sym typeface="Work Sans Medium"/>
                </a:rPr>
                <a:t>Respiration (RESP)</a:t>
              </a:r>
              <a:endParaRPr b="0" sz="900">
                <a:solidFill>
                  <a:srgbClr val="000000"/>
                </a:solidFill>
                <a:latin typeface="Work Sans Medium"/>
                <a:ea typeface="Work Sans Medium"/>
                <a:cs typeface="Work Sans Medium"/>
                <a:sym typeface="Work Sans Medium"/>
              </a:endParaRPr>
            </a:p>
            <a:p>
              <a:pPr indent="0" lvl="0" marL="0" rtl="0" algn="l">
                <a:spcBef>
                  <a:spcPts val="1125"/>
                </a:spcBef>
                <a:spcAft>
                  <a:spcPts val="0"/>
                </a:spcAft>
                <a:buNone/>
              </a:pPr>
              <a:r>
                <a:rPr b="1" lang="en" sz="1800">
                  <a:solidFill>
                    <a:srgbClr val="000000"/>
                  </a:solidFill>
                  <a:latin typeface="Work Sans"/>
                  <a:ea typeface="Work Sans"/>
                  <a:cs typeface="Work Sans"/>
                  <a:sym typeface="Work Sans"/>
                </a:rPr>
                <a:t>-- BrPM</a:t>
              </a:r>
              <a:endParaRPr b="1" sz="1800">
                <a:solidFill>
                  <a:srgbClr val="000000"/>
                </a:solidFill>
                <a:latin typeface="Work Sans"/>
                <a:ea typeface="Work Sans"/>
                <a:cs typeface="Work Sans"/>
                <a:sym typeface="Work Sans"/>
              </a:endParaRPr>
            </a:p>
            <a:p>
              <a:pPr indent="0" lvl="0" marL="0" rtl="0" algn="l">
                <a:spcBef>
                  <a:spcPts val="1125"/>
                </a:spcBef>
                <a:spcAft>
                  <a:spcPts val="0"/>
                </a:spcAft>
                <a:buNone/>
              </a:pPr>
              <a:r>
                <a:rPr b="0" lang="en" sz="900">
                  <a:solidFill>
                    <a:srgbClr val="000000"/>
                  </a:solidFill>
                  <a:latin typeface="Work Sans Medium"/>
                  <a:ea typeface="Work Sans Medium"/>
                  <a:cs typeface="Work Sans Medium"/>
                  <a:sym typeface="Work Sans Medium"/>
                </a:rPr>
                <a:t>Activité Électrodermale (EDA)</a:t>
              </a:r>
              <a:endParaRPr b="0" sz="900">
                <a:solidFill>
                  <a:srgbClr val="000000"/>
                </a:solidFill>
                <a:latin typeface="Work Sans Medium"/>
                <a:ea typeface="Work Sans Medium"/>
                <a:cs typeface="Work Sans Medium"/>
                <a:sym typeface="Work Sans Medium"/>
              </a:endParaRPr>
            </a:p>
            <a:p>
              <a:pPr indent="0" lvl="0" marL="0" rtl="0" algn="l">
                <a:spcBef>
                  <a:spcPts val="1125"/>
                </a:spcBef>
                <a:spcAft>
                  <a:spcPts val="1125"/>
                </a:spcAft>
                <a:buNone/>
              </a:pPr>
              <a:r>
                <a:rPr b="1" lang="en" sz="1800">
                  <a:solidFill>
                    <a:srgbClr val="000000"/>
                  </a:solidFill>
                  <a:latin typeface="Work Sans"/>
                  <a:ea typeface="Work Sans"/>
                  <a:cs typeface="Work Sans"/>
                  <a:sym typeface="Work Sans"/>
                </a:rPr>
                <a:t>-- μS</a:t>
              </a:r>
              <a:endParaRPr b="1" sz="1800">
                <a:solidFill>
                  <a:srgbClr val="000000"/>
                </a:solidFill>
                <a:latin typeface="Work Sans"/>
                <a:ea typeface="Work Sans"/>
                <a:cs typeface="Work Sans"/>
                <a:sym typeface="Work Sans"/>
              </a:endParaRPr>
            </a:p>
          </p:txBody>
        </p:sp>
      </p:grpSp>
      <p:grpSp>
        <p:nvGrpSpPr>
          <p:cNvPr id="740" name="Google Shape;740;p68"/>
          <p:cNvGrpSpPr/>
          <p:nvPr/>
        </p:nvGrpSpPr>
        <p:grpSpPr>
          <a:xfrm>
            <a:off x="650100" y="1937976"/>
            <a:ext cx="5143500" cy="791477"/>
            <a:chOff x="0" y="1"/>
            <a:chExt cx="5143500" cy="1333800"/>
          </a:xfrm>
        </p:grpSpPr>
        <p:sp>
          <p:nvSpPr>
            <p:cNvPr id="741" name="Google Shape;741;p68"/>
            <p:cNvSpPr/>
            <p:nvPr/>
          </p:nvSpPr>
          <p:spPr>
            <a:xfrm>
              <a:off x="0" y="1"/>
              <a:ext cx="5143500" cy="1333800"/>
            </a:xfrm>
            <a:prstGeom prst="roundRect">
              <a:avLst>
                <a:gd fmla="val 10713"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2" name="Google Shape;742;p68"/>
            <p:cNvSpPr txBox="1"/>
            <p:nvPr/>
          </p:nvSpPr>
          <p:spPr>
            <a:xfrm>
              <a:off x="190500" y="190500"/>
              <a:ext cx="4762500" cy="952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200">
                  <a:solidFill>
                    <a:srgbClr val="000000"/>
                  </a:solidFill>
                  <a:latin typeface="Work Sans"/>
                  <a:ea typeface="Work Sans"/>
                  <a:cs typeface="Work Sans"/>
                  <a:sym typeface="Work Sans"/>
                </a:rPr>
                <a:t>L'interface affiche une progression en temps réel avant de calculer le score de stress relatif.</a:t>
              </a:r>
              <a:endParaRPr b="0" sz="1200">
                <a:solidFill>
                  <a:srgbClr val="000000"/>
                </a:solidFill>
                <a:latin typeface="Work Sans"/>
                <a:ea typeface="Work Sans"/>
                <a:cs typeface="Work Sans"/>
                <a:sym typeface="Work Sans"/>
              </a:endParaRPr>
            </a:p>
            <a:p>
              <a:pPr indent="0" lvl="0" marL="0" rtl="0" algn="r">
                <a:spcBef>
                  <a:spcPts val="750"/>
                </a:spcBef>
                <a:spcAft>
                  <a:spcPts val="0"/>
                </a:spcAft>
                <a:buNone/>
              </a:pPr>
              <a:r>
                <a:t/>
              </a:r>
              <a:endParaRPr b="0" sz="900">
                <a:solidFill>
                  <a:srgbClr val="000000"/>
                </a:solidFill>
                <a:latin typeface="Work Sans Medium"/>
                <a:ea typeface="Work Sans Medium"/>
                <a:cs typeface="Work Sans Medium"/>
                <a:sym typeface="Work Sans Medium"/>
              </a:endParaRPr>
            </a:p>
          </p:txBody>
        </p:sp>
      </p:grpSp>
      <p:sp>
        <p:nvSpPr>
          <p:cNvPr id="743" name="Google Shape;743;p68"/>
          <p:cNvSpPr txBox="1"/>
          <p:nvPr/>
        </p:nvSpPr>
        <p:spPr>
          <a:xfrm>
            <a:off x="3667201" y="1591628"/>
            <a:ext cx="2000100" cy="1143000"/>
          </a:xfrm>
          <a:prstGeom prst="rect">
            <a:avLst/>
          </a:prstGeom>
          <a:solidFill>
            <a:srgbClr val="000000">
              <a:alpha val="0"/>
            </a:srgbClr>
          </a:solidFill>
          <a:ln>
            <a:noFill/>
          </a:ln>
        </p:spPr>
        <p:txBody>
          <a:bodyPr anchorCtr="0" anchor="b" bIns="0" lIns="0" spcFirstLastPara="1" rIns="0" wrap="square" tIns="0">
            <a:noAutofit/>
          </a:bodyPr>
          <a:lstStyle/>
          <a:p>
            <a:pPr indent="0" lvl="0" marL="0" rtl="0" algn="l">
              <a:spcBef>
                <a:spcPts val="0"/>
              </a:spcBef>
              <a:spcAft>
                <a:spcPts val="0"/>
              </a:spcAft>
              <a:buNone/>
            </a:pPr>
            <a:r>
              <a:rPr b="0" lang="en" sz="900">
                <a:solidFill>
                  <a:srgbClr val="FFFFFF"/>
                </a:solidFill>
                <a:latin typeface="Work Sans Medium"/>
                <a:ea typeface="Work Sans Medium"/>
                <a:cs typeface="Work Sans Medium"/>
                <a:sym typeface="Work Sans Medium"/>
              </a:rPr>
              <a:t>Calcul relatif du stress basé sur la calibration personnalisée (modèle WESAD).</a:t>
            </a:r>
            <a:endParaRPr b="0" sz="900">
              <a:solidFill>
                <a:srgbClr val="FFFFFF"/>
              </a:solidFill>
              <a:latin typeface="Work Sans Medium"/>
              <a:ea typeface="Work Sans Medium"/>
              <a:cs typeface="Work Sans Medium"/>
              <a:sym typeface="Work Sans Medium"/>
            </a:endParaRPr>
          </a:p>
        </p:txBody>
      </p:sp>
      <p:pic>
        <p:nvPicPr>
          <p:cNvPr id="744" name="Google Shape;744;p68"/>
          <p:cNvPicPr preferRelativeResize="0"/>
          <p:nvPr/>
        </p:nvPicPr>
        <p:blipFill>
          <a:blip r:embed="rId3">
            <a:alphaModFix/>
          </a:blip>
          <a:stretch>
            <a:fillRect/>
          </a:stretch>
        </p:blipFill>
        <p:spPr>
          <a:xfrm>
            <a:off x="704895" y="2911888"/>
            <a:ext cx="2143401" cy="2161450"/>
          </a:xfrm>
          <a:prstGeom prst="rect">
            <a:avLst/>
          </a:prstGeom>
          <a:noFill/>
          <a:ln>
            <a:noFill/>
          </a:ln>
        </p:spPr>
      </p:pic>
      <p:pic>
        <p:nvPicPr>
          <p:cNvPr id="745" name="Google Shape;745;p68"/>
          <p:cNvPicPr preferRelativeResize="0"/>
          <p:nvPr/>
        </p:nvPicPr>
        <p:blipFill>
          <a:blip r:embed="rId4">
            <a:alphaModFix/>
          </a:blip>
          <a:stretch>
            <a:fillRect/>
          </a:stretch>
        </p:blipFill>
        <p:spPr>
          <a:xfrm>
            <a:off x="3000700" y="3076556"/>
            <a:ext cx="2667000" cy="1832118"/>
          </a:xfrm>
          <a:prstGeom prst="rect">
            <a:avLst/>
          </a:prstGeom>
          <a:noFill/>
          <a:ln>
            <a:noFill/>
          </a:ln>
        </p:spPr>
      </p:pic>
      <p:sp>
        <p:nvSpPr>
          <p:cNvPr id="746" name="Google Shape;746;p68"/>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747" name="Google Shape;747;p68"/>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751" name="Shape 751"/>
        <p:cNvGrpSpPr/>
        <p:nvPr/>
      </p:nvGrpSpPr>
      <p:grpSpPr>
        <a:xfrm>
          <a:off x="0" y="0"/>
          <a:ext cx="0" cy="0"/>
          <a:chOff x="0" y="0"/>
          <a:chExt cx="0" cy="0"/>
        </a:xfrm>
      </p:grpSpPr>
      <p:sp>
        <p:nvSpPr>
          <p:cNvPr id="752" name="Google Shape;752;p69"/>
          <p:cNvSpPr/>
          <p:nvPr/>
        </p:nvSpPr>
        <p:spPr>
          <a:xfrm>
            <a:off x="0" y="0"/>
            <a:ext cx="347700" cy="51435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p69"/>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754" name="Google Shape;754;p69"/>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755" name="Google Shape;755;p69"/>
          <p:cNvSpPr txBox="1"/>
          <p:nvPr/>
        </p:nvSpPr>
        <p:spPr>
          <a:xfrm>
            <a:off x="666750" y="38100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rgbClr val="FFFFFF"/>
                </a:solidFill>
                <a:latin typeface="Unbounded"/>
                <a:ea typeface="Unbounded"/>
                <a:cs typeface="Unbounded"/>
                <a:sym typeface="Unbounded"/>
              </a:rPr>
              <a:t>Les effets adaptatifs du stress</a:t>
            </a:r>
            <a:endParaRPr b="1" sz="2800">
              <a:solidFill>
                <a:srgbClr val="FFFFFF"/>
              </a:solidFill>
              <a:latin typeface="Unbounded"/>
              <a:ea typeface="Unbounded"/>
              <a:cs typeface="Unbounded"/>
              <a:sym typeface="Unbounded"/>
            </a:endParaRPr>
          </a:p>
        </p:txBody>
      </p:sp>
      <p:sp>
        <p:nvSpPr>
          <p:cNvPr id="756" name="Google Shape;756;p69"/>
          <p:cNvSpPr txBox="1"/>
          <p:nvPr/>
        </p:nvSpPr>
        <p:spPr>
          <a:xfrm>
            <a:off x="666750" y="1000125"/>
            <a:ext cx="800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00000"/>
                </a:solidFill>
                <a:latin typeface="Work Sans"/>
                <a:ea typeface="Work Sans"/>
                <a:cs typeface="Work Sans"/>
                <a:sym typeface="Work Sans"/>
              </a:rPr>
              <a:t>L'état physiologique influence directement les mécaniques de jeu via trois axes majeurs.</a:t>
            </a:r>
            <a:endParaRPr b="0" sz="1100">
              <a:solidFill>
                <a:srgbClr val="000000"/>
              </a:solidFill>
              <a:latin typeface="Work Sans"/>
              <a:ea typeface="Work Sans"/>
              <a:cs typeface="Work Sans"/>
              <a:sym typeface="Work Sans"/>
            </a:endParaRPr>
          </a:p>
        </p:txBody>
      </p:sp>
      <p:grpSp>
        <p:nvGrpSpPr>
          <p:cNvPr id="757" name="Google Shape;757;p69"/>
          <p:cNvGrpSpPr/>
          <p:nvPr/>
        </p:nvGrpSpPr>
        <p:grpSpPr>
          <a:xfrm>
            <a:off x="666750" y="1524000"/>
            <a:ext cx="2667000" cy="3143400"/>
            <a:chOff x="666750" y="1524000"/>
            <a:chExt cx="2667000" cy="3143400"/>
          </a:xfrm>
        </p:grpSpPr>
        <p:sp>
          <p:nvSpPr>
            <p:cNvPr id="758" name="Google Shape;758;p69"/>
            <p:cNvSpPr/>
            <p:nvPr/>
          </p:nvSpPr>
          <p:spPr>
            <a:xfrm>
              <a:off x="666750" y="1524000"/>
              <a:ext cx="2571900" cy="3143400"/>
            </a:xfrm>
            <a:prstGeom prst="roundRect">
              <a:avLst>
                <a:gd fmla="val 7407"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3D isometric representation of a golf ball in flight with wind streaks curving its path, stylized and minimalist." id="759" name="Google Shape;759;p69"/>
            <p:cNvPicPr preferRelativeResize="0"/>
            <p:nvPr/>
          </p:nvPicPr>
          <p:blipFill rotWithShape="1">
            <a:blip r:embed="rId3">
              <a:alphaModFix/>
            </a:blip>
            <a:srcRect b="-23077" l="236" r="-12735" t="0"/>
            <a:stretch/>
          </p:blipFill>
          <p:spPr>
            <a:xfrm>
              <a:off x="857250" y="1714500"/>
              <a:ext cx="2476500" cy="1524000"/>
            </a:xfrm>
            <a:prstGeom prst="roundRect">
              <a:avLst>
                <a:gd fmla="val 9375" name="adj"/>
              </a:avLst>
            </a:prstGeom>
            <a:noFill/>
            <a:ln>
              <a:noFill/>
            </a:ln>
          </p:spPr>
        </p:pic>
        <p:sp>
          <p:nvSpPr>
            <p:cNvPr id="760" name="Google Shape;760;p69"/>
            <p:cNvSpPr txBox="1"/>
            <p:nvPr/>
          </p:nvSpPr>
          <p:spPr>
            <a:xfrm>
              <a:off x="857250" y="3048000"/>
              <a:ext cx="2190900" cy="15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FFFFFF"/>
                  </a:solidFill>
                  <a:latin typeface="Unbounded SemiBold"/>
                  <a:ea typeface="Unbounded SemiBold"/>
                  <a:cs typeface="Unbounded SemiBold"/>
                  <a:sym typeface="Unbounded SemiBold"/>
                </a:rPr>
                <a:t>1. Le Vent</a:t>
              </a:r>
              <a:endParaRPr b="0" sz="1100">
                <a:solidFill>
                  <a:srgbClr val="FFFFFF"/>
                </a:solidFill>
                <a:latin typeface="Unbounded SemiBold"/>
                <a:ea typeface="Unbounded SemiBold"/>
                <a:cs typeface="Unbounded SemiBold"/>
                <a:sym typeface="Unbounded SemiBold"/>
              </a:endParaRPr>
            </a:p>
            <a:p>
              <a:pPr indent="0" lvl="0" marL="0" rtl="0" algn="l">
                <a:spcBef>
                  <a:spcPts val="600"/>
                </a:spcBef>
                <a:spcAft>
                  <a:spcPts val="600"/>
                </a:spcAft>
                <a:buNone/>
              </a:pPr>
              <a:r>
                <a:rPr b="0" lang="en" sz="1100">
                  <a:solidFill>
                    <a:srgbClr val="000000"/>
                  </a:solidFill>
                  <a:latin typeface="Work Sans"/>
                  <a:ea typeface="Work Sans"/>
                  <a:cs typeface="Work Sans"/>
                  <a:sym typeface="Work Sans"/>
                </a:rPr>
                <a:t>L'intensité du vent est proportionnelle au score de stress. Plus le joueur est tendu, plus la trajectoire dévie, surtout en l'air.</a:t>
              </a:r>
              <a:endParaRPr b="0" sz="1100">
                <a:solidFill>
                  <a:srgbClr val="FFFFFF"/>
                </a:solidFill>
                <a:latin typeface="Unbounded SemiBold"/>
                <a:ea typeface="Unbounded SemiBold"/>
                <a:cs typeface="Unbounded SemiBold"/>
                <a:sym typeface="Unbounded SemiBold"/>
              </a:endParaRPr>
            </a:p>
          </p:txBody>
        </p:sp>
      </p:grpSp>
      <p:grpSp>
        <p:nvGrpSpPr>
          <p:cNvPr id="761" name="Google Shape;761;p69"/>
          <p:cNvGrpSpPr/>
          <p:nvPr/>
        </p:nvGrpSpPr>
        <p:grpSpPr>
          <a:xfrm>
            <a:off x="3429000" y="1524000"/>
            <a:ext cx="2571900" cy="3143400"/>
            <a:chOff x="3429000" y="1524000"/>
            <a:chExt cx="2571900" cy="3143400"/>
          </a:xfrm>
        </p:grpSpPr>
        <p:sp>
          <p:nvSpPr>
            <p:cNvPr id="762" name="Google Shape;762;p69"/>
            <p:cNvSpPr/>
            <p:nvPr/>
          </p:nvSpPr>
          <p:spPr>
            <a:xfrm>
              <a:off x="3429000" y="1524000"/>
              <a:ext cx="2571900" cy="3143400"/>
            </a:xfrm>
            <a:prstGeom prst="roundRect">
              <a:avLst>
                <a:gd fmla="val 7407"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3" name="Google Shape;763;p69"/>
            <p:cNvSpPr txBox="1"/>
            <p:nvPr/>
          </p:nvSpPr>
          <p:spPr>
            <a:xfrm>
              <a:off x="3619500" y="3048000"/>
              <a:ext cx="2190900" cy="15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FFFFFF"/>
                  </a:solidFill>
                  <a:latin typeface="Unbounded SemiBold"/>
                  <a:ea typeface="Unbounded SemiBold"/>
                  <a:cs typeface="Unbounded SemiBold"/>
                  <a:sym typeface="Unbounded SemiBold"/>
                </a:rPr>
                <a:t>2. Tremblement</a:t>
              </a:r>
              <a:endParaRPr b="0" sz="1100">
                <a:solidFill>
                  <a:srgbClr val="FFFFFF"/>
                </a:solidFill>
                <a:latin typeface="Unbounded SemiBold"/>
                <a:ea typeface="Unbounded SemiBold"/>
                <a:cs typeface="Unbounded SemiBold"/>
                <a:sym typeface="Unbounded SemiBold"/>
              </a:endParaRPr>
            </a:p>
            <a:p>
              <a:pPr indent="0" lvl="0" marL="0" rtl="0" algn="l">
                <a:spcBef>
                  <a:spcPts val="600"/>
                </a:spcBef>
                <a:spcAft>
                  <a:spcPts val="600"/>
                </a:spcAft>
                <a:buNone/>
              </a:pPr>
              <a:r>
                <a:rPr b="0" lang="en" sz="1100">
                  <a:solidFill>
                    <a:srgbClr val="000000"/>
                  </a:solidFill>
                  <a:latin typeface="Work Sans"/>
                  <a:ea typeface="Work Sans"/>
                  <a:cs typeface="Work Sans"/>
                  <a:sym typeface="Work Sans"/>
                </a:rPr>
                <a:t>La stabilité du bras (accéléromètre) perturbe l'angle de visée via un bruit de Perlin (jusqu'à 40° d'amplitude).</a:t>
              </a:r>
              <a:endParaRPr b="0" sz="1100">
                <a:solidFill>
                  <a:srgbClr val="FFFFFF"/>
                </a:solidFill>
                <a:latin typeface="Unbounded SemiBold"/>
                <a:ea typeface="Unbounded SemiBold"/>
                <a:cs typeface="Unbounded SemiBold"/>
                <a:sym typeface="Unbounded SemiBold"/>
              </a:endParaRPr>
            </a:p>
          </p:txBody>
        </p:sp>
      </p:grpSp>
      <p:grpSp>
        <p:nvGrpSpPr>
          <p:cNvPr id="764" name="Google Shape;764;p69"/>
          <p:cNvGrpSpPr/>
          <p:nvPr/>
        </p:nvGrpSpPr>
        <p:grpSpPr>
          <a:xfrm>
            <a:off x="6191250" y="1524000"/>
            <a:ext cx="2667000" cy="3143400"/>
            <a:chOff x="6191250" y="1524000"/>
            <a:chExt cx="2667000" cy="3143400"/>
          </a:xfrm>
        </p:grpSpPr>
        <p:sp>
          <p:nvSpPr>
            <p:cNvPr id="765" name="Google Shape;765;p69"/>
            <p:cNvSpPr/>
            <p:nvPr/>
          </p:nvSpPr>
          <p:spPr>
            <a:xfrm>
              <a:off x="6191250" y="1524000"/>
              <a:ext cx="2571900" cy="3143400"/>
            </a:xfrm>
            <a:prstGeom prst="roundRect">
              <a:avLst>
                <a:gd fmla="val 7407"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stylized 3D representation of an arm muscle with electrical spark icons representing EMG signals, clean and techy." id="766" name="Google Shape;766;p69"/>
            <p:cNvPicPr preferRelativeResize="0"/>
            <p:nvPr/>
          </p:nvPicPr>
          <p:blipFill rotWithShape="1">
            <a:blip r:embed="rId4">
              <a:alphaModFix/>
            </a:blip>
            <a:srcRect b="-23077" l="236" r="-12735" t="0"/>
            <a:stretch/>
          </p:blipFill>
          <p:spPr>
            <a:xfrm>
              <a:off x="6381750" y="1714500"/>
              <a:ext cx="2476500" cy="1524000"/>
            </a:xfrm>
            <a:prstGeom prst="roundRect">
              <a:avLst>
                <a:gd fmla="val 9375" name="adj"/>
              </a:avLst>
            </a:prstGeom>
            <a:noFill/>
            <a:ln>
              <a:noFill/>
            </a:ln>
          </p:spPr>
        </p:pic>
        <p:sp>
          <p:nvSpPr>
            <p:cNvPr id="767" name="Google Shape;767;p69"/>
            <p:cNvSpPr txBox="1"/>
            <p:nvPr/>
          </p:nvSpPr>
          <p:spPr>
            <a:xfrm>
              <a:off x="6381750" y="3048000"/>
              <a:ext cx="2190900" cy="15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FFFFFF"/>
                  </a:solidFill>
                  <a:latin typeface="Unbounded SemiBold"/>
                  <a:ea typeface="Unbounded SemiBold"/>
                  <a:cs typeface="Unbounded SemiBold"/>
                  <a:sym typeface="Unbounded SemiBold"/>
                </a:rPr>
                <a:t>3. Tir EMG</a:t>
              </a:r>
              <a:endParaRPr b="0" sz="1100">
                <a:solidFill>
                  <a:srgbClr val="FFFFFF"/>
                </a:solidFill>
                <a:latin typeface="Unbounded SemiBold"/>
                <a:ea typeface="Unbounded SemiBold"/>
                <a:cs typeface="Unbounded SemiBold"/>
                <a:sym typeface="Unbounded SemiBold"/>
              </a:endParaRPr>
            </a:p>
            <a:p>
              <a:pPr indent="0" lvl="0" marL="0" rtl="0" algn="l">
                <a:spcBef>
                  <a:spcPts val="600"/>
                </a:spcBef>
                <a:spcAft>
                  <a:spcPts val="600"/>
                </a:spcAft>
                <a:buNone/>
              </a:pPr>
              <a:r>
                <a:rPr b="0" lang="en" sz="1100">
                  <a:solidFill>
                    <a:srgbClr val="000000"/>
                  </a:solidFill>
                  <a:latin typeface="Work Sans"/>
                  <a:ea typeface="Work Sans"/>
                  <a:cs typeface="Work Sans"/>
                  <a:sym typeface="Work Sans"/>
                </a:rPr>
                <a:t>Le tir est déclenché par contraction musculaire. Un seuil personnalisé (calibration) gère la puissance et le relâchement.</a:t>
              </a:r>
              <a:endParaRPr b="0" sz="1100">
                <a:solidFill>
                  <a:srgbClr val="FFFFFF"/>
                </a:solidFill>
                <a:latin typeface="Unbounded SemiBold"/>
                <a:ea typeface="Unbounded SemiBold"/>
                <a:cs typeface="Unbounded SemiBold"/>
                <a:sym typeface="Unbounded SemiBold"/>
              </a:endParaRPr>
            </a:p>
          </p:txBody>
        </p:sp>
      </p:grpSp>
      <p:pic>
        <p:nvPicPr>
          <p:cNvPr id="768" name="Google Shape;768;p69" title="gif.gif"/>
          <p:cNvPicPr preferRelativeResize="0"/>
          <p:nvPr/>
        </p:nvPicPr>
        <p:blipFill rotWithShape="1">
          <a:blip r:embed="rId5">
            <a:alphaModFix/>
          </a:blip>
          <a:srcRect b="0" l="15101" r="22266" t="34426"/>
          <a:stretch/>
        </p:blipFill>
        <p:spPr>
          <a:xfrm>
            <a:off x="3781999" y="1667075"/>
            <a:ext cx="1770500" cy="1592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772" name="Shape 772"/>
        <p:cNvGrpSpPr/>
        <p:nvPr/>
      </p:nvGrpSpPr>
      <p:grpSpPr>
        <a:xfrm>
          <a:off x="0" y="0"/>
          <a:ext cx="0" cy="0"/>
          <a:chOff x="0" y="0"/>
          <a:chExt cx="0" cy="0"/>
        </a:xfrm>
      </p:grpSpPr>
      <p:sp>
        <p:nvSpPr>
          <p:cNvPr id="773" name="Google Shape;773;p70"/>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4" name="Google Shape;774;p70"/>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775" name="Google Shape;775;p70"/>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776" name="Google Shape;776;p70"/>
          <p:cNvSpPr txBox="1"/>
          <p:nvPr/>
        </p:nvSpPr>
        <p:spPr>
          <a:xfrm>
            <a:off x="666750" y="38100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chemeClr val="dk2"/>
                </a:solidFill>
                <a:latin typeface="Unbounded"/>
                <a:ea typeface="Unbounded"/>
                <a:cs typeface="Unbounded"/>
                <a:sym typeface="Unbounded"/>
              </a:rPr>
              <a:t>L'interface de jeu</a:t>
            </a:r>
            <a:endParaRPr b="1" sz="2800">
              <a:solidFill>
                <a:schemeClr val="dk2"/>
              </a:solidFill>
              <a:latin typeface="Unbounded"/>
              <a:ea typeface="Unbounded"/>
              <a:cs typeface="Unbounded"/>
              <a:sym typeface="Unbounded"/>
            </a:endParaRPr>
          </a:p>
        </p:txBody>
      </p:sp>
      <p:pic>
        <p:nvPicPr>
          <p:cNvPr id="777" name="Google Shape;777;p70"/>
          <p:cNvPicPr preferRelativeResize="0"/>
          <p:nvPr/>
        </p:nvPicPr>
        <p:blipFill rotWithShape="1">
          <a:blip r:embed="rId3">
            <a:alphaModFix/>
          </a:blip>
          <a:srcRect b="0" l="892" r="0" t="1681"/>
          <a:stretch/>
        </p:blipFill>
        <p:spPr>
          <a:xfrm>
            <a:off x="1204163" y="1062025"/>
            <a:ext cx="6860976" cy="38207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781" name="Shape 781"/>
        <p:cNvGrpSpPr/>
        <p:nvPr/>
      </p:nvGrpSpPr>
      <p:grpSpPr>
        <a:xfrm>
          <a:off x="0" y="0"/>
          <a:ext cx="0" cy="0"/>
          <a:chOff x="0" y="0"/>
          <a:chExt cx="0" cy="0"/>
        </a:xfrm>
      </p:grpSpPr>
      <p:sp>
        <p:nvSpPr>
          <p:cNvPr id="782" name="Google Shape;782;p71"/>
          <p:cNvSpPr/>
          <p:nvPr/>
        </p:nvSpPr>
        <p:spPr>
          <a:xfrm>
            <a:off x="0" y="0"/>
            <a:ext cx="347700" cy="51435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3" name="Google Shape;783;p71"/>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784" name="Google Shape;784;p71"/>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785" name="Google Shape;785;p71"/>
          <p:cNvSpPr txBox="1"/>
          <p:nvPr/>
        </p:nvSpPr>
        <p:spPr>
          <a:xfrm>
            <a:off x="666750" y="381000"/>
            <a:ext cx="8001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0" lang="en" sz="2800">
                <a:solidFill>
                  <a:srgbClr val="FFFFFF"/>
                </a:solidFill>
                <a:latin typeface="Unbounded"/>
                <a:ea typeface="Unbounded"/>
                <a:cs typeface="Unbounded"/>
                <a:sym typeface="Unbounded"/>
              </a:rPr>
              <a:t>L'interface de jeu</a:t>
            </a:r>
            <a:endParaRPr b="1" i="0" sz="2800">
              <a:solidFill>
                <a:srgbClr val="FFFFFF"/>
              </a:solidFill>
              <a:latin typeface="Unbounded"/>
              <a:ea typeface="Unbounded"/>
              <a:cs typeface="Unbounded"/>
              <a:sym typeface="Unbounded"/>
            </a:endParaRPr>
          </a:p>
        </p:txBody>
      </p:sp>
      <p:sp>
        <p:nvSpPr>
          <p:cNvPr id="786" name="Google Shape;786;p71"/>
          <p:cNvSpPr txBox="1"/>
          <p:nvPr/>
        </p:nvSpPr>
        <p:spPr>
          <a:xfrm>
            <a:off x="666750" y="952500"/>
            <a:ext cx="8001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000000"/>
                </a:solidFill>
                <a:latin typeface="Work Sans"/>
                <a:ea typeface="Work Sans"/>
                <a:cs typeface="Work Sans"/>
                <a:sym typeface="Work Sans"/>
              </a:rPr>
              <a:t>L'interface en jeu comporte plusieurs indicateurs visuels permanents.</a:t>
            </a:r>
            <a:endParaRPr b="0" sz="1100">
              <a:solidFill>
                <a:srgbClr val="000000"/>
              </a:solidFill>
              <a:latin typeface="Work Sans"/>
              <a:ea typeface="Work Sans"/>
              <a:cs typeface="Work Sans"/>
              <a:sym typeface="Work Sans"/>
            </a:endParaRPr>
          </a:p>
        </p:txBody>
      </p:sp>
      <p:grpSp>
        <p:nvGrpSpPr>
          <p:cNvPr id="787" name="Google Shape;787;p71"/>
          <p:cNvGrpSpPr/>
          <p:nvPr/>
        </p:nvGrpSpPr>
        <p:grpSpPr>
          <a:xfrm>
            <a:off x="666750" y="1428750"/>
            <a:ext cx="1905000" cy="3333900"/>
            <a:chOff x="0" y="0"/>
            <a:chExt cx="1905000" cy="3333900"/>
          </a:xfrm>
        </p:grpSpPr>
        <p:sp>
          <p:nvSpPr>
            <p:cNvPr id="788" name="Google Shape;788;p71"/>
            <p:cNvSpPr/>
            <p:nvPr/>
          </p:nvSpPr>
          <p:spPr>
            <a:xfrm>
              <a:off x="0" y="0"/>
              <a:ext cx="1905000" cy="3333900"/>
            </a:xfrm>
            <a:prstGeom prst="roundRect">
              <a:avLst>
                <a:gd fmla="val 10000"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9" name="Google Shape;789;p71"/>
            <p:cNvSpPr txBox="1"/>
            <p:nvPr/>
          </p:nvSpPr>
          <p:spPr>
            <a:xfrm>
              <a:off x="142875" y="1190625"/>
              <a:ext cx="16191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100">
                  <a:solidFill>
                    <a:srgbClr val="FFFFFF"/>
                  </a:solidFill>
                  <a:latin typeface="Unbounded SemiBold"/>
                  <a:ea typeface="Unbounded SemiBold"/>
                  <a:cs typeface="Unbounded SemiBold"/>
                  <a:sym typeface="Unbounded SemiBold"/>
                </a:rPr>
                <a:t>Jauge de Force</a:t>
              </a:r>
              <a:endParaRPr b="0" i="0" sz="1100">
                <a:solidFill>
                  <a:srgbClr val="FFFFFF"/>
                </a:solidFill>
                <a:latin typeface="Unbounded SemiBold"/>
                <a:ea typeface="Unbounded SemiBold"/>
                <a:cs typeface="Unbounded SemiBold"/>
                <a:sym typeface="Unbounded SemiBold"/>
              </a:endParaRPr>
            </a:p>
            <a:p>
              <a:pPr indent="0" lvl="0" marL="0" rtl="0" algn="l">
                <a:spcBef>
                  <a:spcPts val="600"/>
                </a:spcBef>
                <a:spcAft>
                  <a:spcPts val="600"/>
                </a:spcAft>
                <a:buNone/>
              </a:pPr>
              <a:r>
                <a:rPr b="0" i="0" lang="en" sz="1000">
                  <a:solidFill>
                    <a:srgbClr val="000000"/>
                  </a:solidFill>
                  <a:latin typeface="Work Sans"/>
                  <a:ea typeface="Work Sans"/>
                  <a:cs typeface="Work Sans"/>
                  <a:sym typeface="Work Sans"/>
                </a:rPr>
                <a:t>Barre horizontale oscillante (0-100%). La puissance est déterminée par le timing du relâchement musculaire.</a:t>
              </a:r>
              <a:endParaRPr b="0" i="0" sz="1000">
                <a:solidFill>
                  <a:srgbClr val="000000"/>
                </a:solidFill>
                <a:latin typeface="Work Sans"/>
                <a:ea typeface="Work Sans"/>
                <a:cs typeface="Work Sans"/>
                <a:sym typeface="Work Sans"/>
              </a:endParaRPr>
            </a:p>
          </p:txBody>
        </p:sp>
      </p:grpSp>
      <p:grpSp>
        <p:nvGrpSpPr>
          <p:cNvPr id="790" name="Google Shape;790;p71"/>
          <p:cNvGrpSpPr/>
          <p:nvPr/>
        </p:nvGrpSpPr>
        <p:grpSpPr>
          <a:xfrm>
            <a:off x="2714625" y="1428750"/>
            <a:ext cx="1905000" cy="3333900"/>
            <a:chOff x="0" y="0"/>
            <a:chExt cx="1905000" cy="3333900"/>
          </a:xfrm>
        </p:grpSpPr>
        <p:sp>
          <p:nvSpPr>
            <p:cNvPr id="791" name="Google Shape;791;p71"/>
            <p:cNvSpPr/>
            <p:nvPr/>
          </p:nvSpPr>
          <p:spPr>
            <a:xfrm>
              <a:off x="0" y="0"/>
              <a:ext cx="1905000" cy="3333900"/>
            </a:xfrm>
            <a:prstGeom prst="roundRect">
              <a:avLst>
                <a:gd fmla="val 10000"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2" name="Google Shape;792;p71"/>
            <p:cNvSpPr txBox="1"/>
            <p:nvPr/>
          </p:nvSpPr>
          <p:spPr>
            <a:xfrm>
              <a:off x="142875" y="1190625"/>
              <a:ext cx="16191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100">
                  <a:solidFill>
                    <a:srgbClr val="FFFFFF"/>
                  </a:solidFill>
                  <a:latin typeface="Unbounded SemiBold"/>
                  <a:ea typeface="Unbounded SemiBold"/>
                  <a:cs typeface="Unbounded SemiBold"/>
                  <a:sym typeface="Unbounded SemiBold"/>
                </a:rPr>
                <a:t>Indicateur Stress</a:t>
              </a:r>
              <a:endParaRPr b="0" i="0" sz="1100">
                <a:solidFill>
                  <a:srgbClr val="FFFFFF"/>
                </a:solidFill>
                <a:latin typeface="Unbounded SemiBold"/>
                <a:ea typeface="Unbounded SemiBold"/>
                <a:cs typeface="Unbounded SemiBold"/>
                <a:sym typeface="Unbounded SemiBold"/>
              </a:endParaRPr>
            </a:p>
            <a:p>
              <a:pPr indent="0" lvl="0" marL="0" rtl="0" algn="l">
                <a:spcBef>
                  <a:spcPts val="600"/>
                </a:spcBef>
                <a:spcAft>
                  <a:spcPts val="600"/>
                </a:spcAft>
                <a:buNone/>
              </a:pPr>
              <a:r>
                <a:rPr b="0" i="0" lang="en" sz="1000">
                  <a:solidFill>
                    <a:srgbClr val="000000"/>
                  </a:solidFill>
                  <a:latin typeface="Work Sans"/>
                  <a:ea typeface="Work Sans"/>
                  <a:cs typeface="Work Sans"/>
                  <a:sym typeface="Work Sans"/>
                </a:rPr>
                <a:t>Échelle de 0 à 1 avec code couleur : vert (calme) à rouge (élevé). Permet une prise de conscience physiologique instantanée.</a:t>
              </a:r>
              <a:endParaRPr b="0" i="0" sz="1000">
                <a:solidFill>
                  <a:srgbClr val="FFFFFF"/>
                </a:solidFill>
                <a:latin typeface="Unbounded SemiBold"/>
                <a:ea typeface="Unbounded SemiBold"/>
                <a:cs typeface="Unbounded SemiBold"/>
                <a:sym typeface="Unbounded SemiBold"/>
              </a:endParaRPr>
            </a:p>
          </p:txBody>
        </p:sp>
      </p:grpSp>
      <p:grpSp>
        <p:nvGrpSpPr>
          <p:cNvPr id="793" name="Google Shape;793;p71"/>
          <p:cNvGrpSpPr/>
          <p:nvPr/>
        </p:nvGrpSpPr>
        <p:grpSpPr>
          <a:xfrm>
            <a:off x="4762500" y="1428750"/>
            <a:ext cx="1905000" cy="3333900"/>
            <a:chOff x="0" y="0"/>
            <a:chExt cx="1905000" cy="3333900"/>
          </a:xfrm>
        </p:grpSpPr>
        <p:sp>
          <p:nvSpPr>
            <p:cNvPr id="794" name="Google Shape;794;p71"/>
            <p:cNvSpPr/>
            <p:nvPr/>
          </p:nvSpPr>
          <p:spPr>
            <a:xfrm>
              <a:off x="0" y="0"/>
              <a:ext cx="1905000" cy="3333900"/>
            </a:xfrm>
            <a:prstGeom prst="roundRect">
              <a:avLst>
                <a:gd fmla="val 10000"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5" name="Google Shape;795;p71"/>
            <p:cNvSpPr txBox="1"/>
            <p:nvPr/>
          </p:nvSpPr>
          <p:spPr>
            <a:xfrm>
              <a:off x="142875" y="1190625"/>
              <a:ext cx="16191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100">
                  <a:solidFill>
                    <a:srgbClr val="FFFFFF"/>
                  </a:solidFill>
                  <a:latin typeface="Unbounded SemiBold"/>
                  <a:ea typeface="Unbounded SemiBold"/>
                  <a:cs typeface="Unbounded SemiBold"/>
                  <a:sym typeface="Unbounded SemiBold"/>
                </a:rPr>
                <a:t>Indicateur Vent</a:t>
              </a:r>
              <a:endParaRPr b="0" i="0" sz="1100">
                <a:solidFill>
                  <a:srgbClr val="FFFFFF"/>
                </a:solidFill>
                <a:latin typeface="Unbounded SemiBold"/>
                <a:ea typeface="Unbounded SemiBold"/>
                <a:cs typeface="Unbounded SemiBold"/>
                <a:sym typeface="Unbounded SemiBold"/>
              </a:endParaRPr>
            </a:p>
            <a:p>
              <a:pPr indent="0" lvl="0" marL="0" rtl="0" algn="l">
                <a:spcBef>
                  <a:spcPts val="600"/>
                </a:spcBef>
                <a:spcAft>
                  <a:spcPts val="600"/>
                </a:spcAft>
                <a:buNone/>
              </a:pPr>
              <a:r>
                <a:rPr b="0" i="0" lang="en" sz="1000">
                  <a:solidFill>
                    <a:srgbClr val="000000"/>
                  </a:solidFill>
                  <a:latin typeface="Work Sans"/>
                  <a:ea typeface="Work Sans"/>
                  <a:cs typeface="Work Sans"/>
                  <a:sym typeface="Work Sans"/>
                </a:rPr>
                <a:t>Affiche direction et intensité. Paramètres pilotés par le WindController et évoluant selon le stress.</a:t>
              </a:r>
              <a:endParaRPr b="0" i="0" sz="1000">
                <a:solidFill>
                  <a:srgbClr val="FFFFFF"/>
                </a:solidFill>
                <a:latin typeface="Unbounded SemiBold"/>
                <a:ea typeface="Unbounded SemiBold"/>
                <a:cs typeface="Unbounded SemiBold"/>
                <a:sym typeface="Unbounded SemiBold"/>
              </a:endParaRPr>
            </a:p>
          </p:txBody>
        </p:sp>
      </p:grpSp>
      <p:grpSp>
        <p:nvGrpSpPr>
          <p:cNvPr id="796" name="Google Shape;796;p71"/>
          <p:cNvGrpSpPr/>
          <p:nvPr/>
        </p:nvGrpSpPr>
        <p:grpSpPr>
          <a:xfrm>
            <a:off x="6810375" y="1428750"/>
            <a:ext cx="1905000" cy="3333900"/>
            <a:chOff x="0" y="0"/>
            <a:chExt cx="1905000" cy="3333900"/>
          </a:xfrm>
        </p:grpSpPr>
        <p:sp>
          <p:nvSpPr>
            <p:cNvPr id="797" name="Google Shape;797;p71"/>
            <p:cNvSpPr/>
            <p:nvPr/>
          </p:nvSpPr>
          <p:spPr>
            <a:xfrm>
              <a:off x="0" y="0"/>
              <a:ext cx="1905000" cy="3333900"/>
            </a:xfrm>
            <a:prstGeom prst="roundRect">
              <a:avLst>
                <a:gd fmla="val 10000" name="adj"/>
              </a:avLst>
            </a:prstGeom>
            <a:solidFill>
              <a:srgbClr val="FFFFFF">
                <a:alpha val="20000"/>
              </a:srgbClr>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8" name="Google Shape;798;p71"/>
            <p:cNvSpPr txBox="1"/>
            <p:nvPr/>
          </p:nvSpPr>
          <p:spPr>
            <a:xfrm>
              <a:off x="95250" y="142875"/>
              <a:ext cx="17145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FFFFFF"/>
                  </a:solidFill>
                  <a:latin typeface="Unbounded"/>
                  <a:ea typeface="Unbounded"/>
                  <a:cs typeface="Unbounded"/>
                  <a:sym typeface="Unbounded"/>
                </a:rPr>
                <a:t>01:07</a:t>
              </a:r>
              <a:endParaRPr sz="2400">
                <a:solidFill>
                  <a:srgbClr val="FFFFFF"/>
                </a:solidFill>
                <a:latin typeface="Unbounded"/>
                <a:ea typeface="Unbounded"/>
                <a:cs typeface="Unbounded"/>
                <a:sym typeface="Unbounded"/>
              </a:endParaRPr>
            </a:p>
          </p:txBody>
        </p:sp>
        <p:sp>
          <p:nvSpPr>
            <p:cNvPr id="799" name="Google Shape;799;p71"/>
            <p:cNvSpPr txBox="1"/>
            <p:nvPr/>
          </p:nvSpPr>
          <p:spPr>
            <a:xfrm>
              <a:off x="142875" y="1190625"/>
              <a:ext cx="1619100" cy="2000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i="0" lang="en" sz="1100">
                  <a:solidFill>
                    <a:srgbClr val="FFFFFF"/>
                  </a:solidFill>
                  <a:latin typeface="Unbounded SemiBold"/>
                  <a:ea typeface="Unbounded SemiBold"/>
                  <a:cs typeface="Unbounded SemiBold"/>
                  <a:sym typeface="Unbounded SemiBold"/>
                </a:rPr>
                <a:t>Timer</a:t>
              </a:r>
              <a:endParaRPr b="0" i="0" sz="1100">
                <a:solidFill>
                  <a:srgbClr val="FFFFFF"/>
                </a:solidFill>
                <a:latin typeface="Unbounded SemiBold"/>
                <a:ea typeface="Unbounded SemiBold"/>
                <a:cs typeface="Unbounded SemiBold"/>
                <a:sym typeface="Unbounded SemiBold"/>
              </a:endParaRPr>
            </a:p>
            <a:p>
              <a:pPr indent="0" lvl="0" marL="0" rtl="0" algn="l">
                <a:spcBef>
                  <a:spcPts val="600"/>
                </a:spcBef>
                <a:spcAft>
                  <a:spcPts val="600"/>
                </a:spcAft>
                <a:buNone/>
              </a:pPr>
              <a:r>
                <a:rPr b="0" i="0" lang="en" sz="1000">
                  <a:solidFill>
                    <a:srgbClr val="000000"/>
                  </a:solidFill>
                  <a:latin typeface="Work Sans"/>
                  <a:ea typeface="Work Sans"/>
                  <a:cs typeface="Work Sans"/>
                  <a:sym typeface="Work Sans"/>
                </a:rPr>
                <a:t>Compteur mesurant la durée de la session, du lancement jusqu'au trou final.</a:t>
              </a:r>
              <a:endParaRPr b="0" i="0" sz="1000">
                <a:solidFill>
                  <a:srgbClr val="FFFFFF"/>
                </a:solidFill>
                <a:latin typeface="Unbounded SemiBold"/>
                <a:ea typeface="Unbounded SemiBold"/>
                <a:cs typeface="Unbounded SemiBold"/>
                <a:sym typeface="Unbounded SemiBold"/>
              </a:endParaRPr>
            </a:p>
          </p:txBody>
        </p:sp>
      </p:grpSp>
      <p:pic>
        <p:nvPicPr>
          <p:cNvPr id="800" name="Google Shape;800;p71"/>
          <p:cNvPicPr preferRelativeResize="0"/>
          <p:nvPr/>
        </p:nvPicPr>
        <p:blipFill rotWithShape="1">
          <a:blip r:embed="rId3">
            <a:alphaModFix/>
          </a:blip>
          <a:srcRect b="-9" l="0" r="0" t="7699"/>
          <a:stretch/>
        </p:blipFill>
        <p:spPr>
          <a:xfrm>
            <a:off x="2967025" y="1656298"/>
            <a:ext cx="1400175" cy="571500"/>
          </a:xfrm>
          <a:prstGeom prst="rect">
            <a:avLst/>
          </a:prstGeom>
          <a:noFill/>
          <a:ln>
            <a:noFill/>
          </a:ln>
        </p:spPr>
      </p:pic>
      <p:pic>
        <p:nvPicPr>
          <p:cNvPr id="801" name="Google Shape;801;p71"/>
          <p:cNvPicPr preferRelativeResize="0"/>
          <p:nvPr/>
        </p:nvPicPr>
        <p:blipFill>
          <a:blip r:embed="rId4">
            <a:alphaModFix/>
          </a:blip>
          <a:stretch>
            <a:fillRect/>
          </a:stretch>
        </p:blipFill>
        <p:spPr>
          <a:xfrm>
            <a:off x="1545725" y="1519950"/>
            <a:ext cx="147050" cy="1051800"/>
          </a:xfrm>
          <a:prstGeom prst="rect">
            <a:avLst/>
          </a:prstGeom>
          <a:noFill/>
          <a:ln>
            <a:noFill/>
          </a:ln>
        </p:spPr>
      </p:pic>
      <p:pic>
        <p:nvPicPr>
          <p:cNvPr id="802" name="Google Shape;802;p71"/>
          <p:cNvPicPr preferRelativeResize="0"/>
          <p:nvPr/>
        </p:nvPicPr>
        <p:blipFill>
          <a:blip r:embed="rId5">
            <a:alphaModFix/>
          </a:blip>
          <a:stretch>
            <a:fillRect/>
          </a:stretch>
        </p:blipFill>
        <p:spPr>
          <a:xfrm>
            <a:off x="5298362" y="1470100"/>
            <a:ext cx="833275" cy="115151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AA84F"/>
        </a:solidFill>
      </p:bgPr>
    </p:bg>
    <p:spTree>
      <p:nvGrpSpPr>
        <p:cNvPr id="806" name="Shape 806"/>
        <p:cNvGrpSpPr/>
        <p:nvPr/>
      </p:nvGrpSpPr>
      <p:grpSpPr>
        <a:xfrm>
          <a:off x="0" y="0"/>
          <a:ext cx="0" cy="0"/>
          <a:chOff x="0" y="0"/>
          <a:chExt cx="0" cy="0"/>
        </a:xfrm>
      </p:grpSpPr>
      <p:sp>
        <p:nvSpPr>
          <p:cNvPr id="807" name="Google Shape;807;p72"/>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8" name="Google Shape;808;p72"/>
          <p:cNvSpPr txBox="1"/>
          <p:nvPr/>
        </p:nvSpPr>
        <p:spPr>
          <a:xfrm>
            <a:off x="666750" y="381000"/>
            <a:ext cx="8001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800">
                <a:solidFill>
                  <a:schemeClr val="dk2"/>
                </a:solidFill>
                <a:latin typeface="Unbounded"/>
                <a:ea typeface="Unbounded"/>
                <a:cs typeface="Unbounded"/>
                <a:sym typeface="Unbounded"/>
              </a:rPr>
              <a:t>L'écran de résultats</a:t>
            </a:r>
            <a:endParaRPr b="1" sz="2800">
              <a:solidFill>
                <a:schemeClr val="dk2"/>
              </a:solidFill>
              <a:latin typeface="Unbounded"/>
              <a:ea typeface="Unbounded"/>
              <a:cs typeface="Unbounded"/>
              <a:sym typeface="Unbounded"/>
            </a:endParaRPr>
          </a:p>
        </p:txBody>
      </p:sp>
      <p:sp>
        <p:nvSpPr>
          <p:cNvPr id="809" name="Google Shape;809;p72"/>
          <p:cNvSpPr txBox="1"/>
          <p:nvPr/>
        </p:nvSpPr>
        <p:spPr>
          <a:xfrm>
            <a:off x="666750" y="952500"/>
            <a:ext cx="8001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00000"/>
                </a:solidFill>
                <a:latin typeface="Work Sans"/>
                <a:ea typeface="Work Sans"/>
                <a:cs typeface="Work Sans"/>
                <a:sym typeface="Work Sans"/>
              </a:rPr>
              <a:t>Synthèse complète des données de session collectées par le composant SessionStats.</a:t>
            </a:r>
            <a:endParaRPr b="0" sz="1100">
              <a:solidFill>
                <a:srgbClr val="000000"/>
              </a:solidFill>
              <a:latin typeface="Work Sans"/>
              <a:ea typeface="Work Sans"/>
              <a:cs typeface="Work Sans"/>
              <a:sym typeface="Work Sans"/>
            </a:endParaRPr>
          </a:p>
        </p:txBody>
      </p:sp>
      <p:pic>
        <p:nvPicPr>
          <p:cNvPr id="810" name="Google Shape;810;p72"/>
          <p:cNvPicPr preferRelativeResize="0"/>
          <p:nvPr/>
        </p:nvPicPr>
        <p:blipFill>
          <a:blip r:embed="rId3">
            <a:alphaModFix/>
          </a:blip>
          <a:stretch>
            <a:fillRect/>
          </a:stretch>
        </p:blipFill>
        <p:spPr>
          <a:xfrm>
            <a:off x="2699362" y="1280175"/>
            <a:ext cx="3745282" cy="3505199"/>
          </a:xfrm>
          <a:prstGeom prst="rect">
            <a:avLst/>
          </a:prstGeom>
          <a:noFill/>
          <a:ln>
            <a:noFill/>
          </a:ln>
        </p:spPr>
      </p:pic>
      <p:sp>
        <p:nvSpPr>
          <p:cNvPr id="811" name="Google Shape;811;p72"/>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sp>
        <p:nvSpPr>
          <p:cNvPr id="812" name="Google Shape;812;p72"/>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73"/>
          <p:cNvSpPr txBox="1"/>
          <p:nvPr/>
        </p:nvSpPr>
        <p:spPr>
          <a:xfrm>
            <a:off x="666750" y="381000"/>
            <a:ext cx="8001000" cy="431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2800">
                <a:solidFill>
                  <a:srgbClr val="FCFCFC"/>
                </a:solidFill>
                <a:latin typeface="Unbounded"/>
                <a:ea typeface="Unbounded"/>
                <a:cs typeface="Unbounded"/>
                <a:sym typeface="Unbounded"/>
              </a:rPr>
              <a:t>Défis techniques rencontrés</a:t>
            </a:r>
            <a:endParaRPr b="1" sz="2800">
              <a:solidFill>
                <a:srgbClr val="FCFCFC"/>
              </a:solidFill>
              <a:latin typeface="Unbounded"/>
              <a:ea typeface="Unbounded"/>
              <a:cs typeface="Unbounded"/>
              <a:sym typeface="Unbounded"/>
            </a:endParaRPr>
          </a:p>
        </p:txBody>
      </p:sp>
      <p:sp>
        <p:nvSpPr>
          <p:cNvPr id="818" name="Google Shape;818;p73"/>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19" name="Google Shape;819;p73"/>
          <p:cNvGrpSpPr/>
          <p:nvPr/>
        </p:nvGrpSpPr>
        <p:grpSpPr>
          <a:xfrm>
            <a:off x="1905" y="83820"/>
            <a:ext cx="342900" cy="4991100"/>
            <a:chOff x="1905" y="83820"/>
            <a:chExt cx="342900" cy="4991100"/>
          </a:xfrm>
        </p:grpSpPr>
        <p:sp>
          <p:nvSpPr>
            <p:cNvPr id="820" name="Google Shape;820;p73"/>
            <p:cNvSpPr txBox="1"/>
            <p:nvPr/>
          </p:nvSpPr>
          <p:spPr>
            <a:xfrm rot="5400000">
              <a:off x="-588645" y="4141470"/>
              <a:ext cx="1524000" cy="3429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821" name="Google Shape;821;p73"/>
            <p:cNvSpPr txBox="1"/>
            <p:nvPr/>
          </p:nvSpPr>
          <p:spPr>
            <a:xfrm rot="5400000">
              <a:off x="-1364895" y="1450620"/>
              <a:ext cx="3076500" cy="34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grpSp>
      <p:grpSp>
        <p:nvGrpSpPr>
          <p:cNvPr id="822" name="Google Shape;822;p73"/>
          <p:cNvGrpSpPr/>
          <p:nvPr/>
        </p:nvGrpSpPr>
        <p:grpSpPr>
          <a:xfrm>
            <a:off x="666750" y="1333500"/>
            <a:ext cx="7620150" cy="3238500"/>
            <a:chOff x="666750" y="1333500"/>
            <a:chExt cx="7620150" cy="3238500"/>
          </a:xfrm>
        </p:grpSpPr>
        <p:sp>
          <p:nvSpPr>
            <p:cNvPr id="823" name="Google Shape;823;p73"/>
            <p:cNvSpPr/>
            <p:nvPr/>
          </p:nvSpPr>
          <p:spPr>
            <a:xfrm>
              <a:off x="666750" y="1333500"/>
              <a:ext cx="2381400" cy="3238500"/>
            </a:xfrm>
            <a:prstGeom prst="roundRect">
              <a:avLst>
                <a:gd fmla="val 6000"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4" name="Google Shape;824;p73"/>
            <p:cNvSpPr txBox="1"/>
            <p:nvPr/>
          </p:nvSpPr>
          <p:spPr>
            <a:xfrm>
              <a:off x="809625" y="1476375"/>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CFCFC"/>
                  </a:solidFill>
                  <a:latin typeface="Unbounded"/>
                  <a:ea typeface="Unbounded"/>
                  <a:cs typeface="Unbounded"/>
                  <a:sym typeface="Unbounded"/>
                </a:rPr>
                <a:t>Signal EDA</a:t>
              </a:r>
              <a:endParaRPr b="1" sz="1100">
                <a:solidFill>
                  <a:srgbClr val="FCFCFC"/>
                </a:solidFill>
                <a:latin typeface="Unbounded"/>
                <a:ea typeface="Unbounded"/>
                <a:cs typeface="Unbounded"/>
                <a:sym typeface="Unbounded"/>
              </a:endParaRPr>
            </a:p>
            <a:p>
              <a:pPr indent="0" lvl="0" marL="0" rtl="0" algn="l">
                <a:spcBef>
                  <a:spcPts val="600"/>
                </a:spcBef>
                <a:spcAft>
                  <a:spcPts val="0"/>
                </a:spcAft>
                <a:buNone/>
              </a:pPr>
              <a:r>
                <a:rPr b="0" lang="en" sz="1000">
                  <a:solidFill>
                    <a:srgbClr val="FFFFFF"/>
                  </a:solidFill>
                  <a:latin typeface="Work Sans"/>
                  <a:ea typeface="Work Sans"/>
                  <a:cs typeface="Work Sans"/>
                  <a:sym typeface="Work Sans"/>
                </a:rPr>
                <a:t>Problème de contact initial et faible amplitude (27-31/65k).</a:t>
              </a:r>
              <a:endParaRPr b="0" sz="1000">
                <a:solidFill>
                  <a:srgbClr val="FFFFFF"/>
                </a:solidFill>
                <a:latin typeface="Work Sans"/>
                <a:ea typeface="Work Sans"/>
                <a:cs typeface="Work Sans"/>
                <a:sym typeface="Work Sans"/>
              </a:endParaRPr>
            </a:p>
            <a:p>
              <a:pPr indent="0" lvl="0" marL="0" rtl="0" algn="l">
                <a:spcBef>
                  <a:spcPts val="450"/>
                </a:spcBef>
                <a:spcAft>
                  <a:spcPts val="0"/>
                </a:spcAft>
                <a:buNone/>
              </a:pPr>
              <a:r>
                <a:rPr b="1" lang="en" sz="1000">
                  <a:solidFill>
                    <a:srgbClr val="FFFFFF"/>
                  </a:solidFill>
                  <a:latin typeface="Work Sans"/>
                  <a:ea typeface="Work Sans"/>
                  <a:cs typeface="Work Sans"/>
                  <a:sym typeface="Work Sans"/>
                </a:rPr>
                <a:t>Solution :</a:t>
              </a:r>
              <a:r>
                <a:rPr b="0" lang="en" sz="1000">
                  <a:solidFill>
                    <a:srgbClr val="FFFFFF"/>
                  </a:solidFill>
                  <a:latin typeface="Work Sans"/>
                  <a:ea typeface="Work Sans"/>
                  <a:cs typeface="Work Sans"/>
                  <a:sym typeface="Work Sans"/>
                </a:rPr>
                <a:t> Traitement par percentiles sur fenêtre glissante.</a:t>
              </a:r>
              <a:endParaRPr b="0" sz="1000">
                <a:solidFill>
                  <a:srgbClr val="FFFFFF"/>
                </a:solidFill>
                <a:latin typeface="Work Sans"/>
                <a:ea typeface="Work Sans"/>
                <a:cs typeface="Work Sans"/>
                <a:sym typeface="Work Sans"/>
              </a:endParaRPr>
            </a:p>
            <a:p>
              <a:pPr indent="0" lvl="0" marL="0" rtl="0" algn="l">
                <a:spcBef>
                  <a:spcPts val="450"/>
                </a:spcBef>
                <a:spcAft>
                  <a:spcPts val="0"/>
                </a:spcAft>
                <a:buNone/>
              </a:pPr>
              <a:r>
                <a:t/>
              </a:r>
              <a:endParaRPr sz="1000">
                <a:solidFill>
                  <a:srgbClr val="FFFFFF"/>
                </a:solidFill>
                <a:latin typeface="Work Sans"/>
                <a:ea typeface="Work Sans"/>
                <a:cs typeface="Work Sans"/>
                <a:sym typeface="Work Sans"/>
              </a:endParaRPr>
            </a:p>
            <a:p>
              <a:pPr indent="0" lvl="0" marL="0" rtl="0" algn="l">
                <a:spcBef>
                  <a:spcPts val="450"/>
                </a:spcBef>
                <a:spcAft>
                  <a:spcPts val="0"/>
                </a:spcAft>
                <a:buNone/>
              </a:pPr>
              <a:r>
                <a:t/>
              </a:r>
              <a:endParaRPr sz="1000">
                <a:solidFill>
                  <a:srgbClr val="FFFFFF"/>
                </a:solidFill>
                <a:latin typeface="Work Sans"/>
                <a:ea typeface="Work Sans"/>
                <a:cs typeface="Work Sans"/>
                <a:sym typeface="Work Sans"/>
              </a:endParaRPr>
            </a:p>
            <a:p>
              <a:pPr indent="0" lvl="0" marL="0" rtl="0" algn="l">
                <a:spcBef>
                  <a:spcPts val="450"/>
                </a:spcBef>
                <a:spcAft>
                  <a:spcPts val="0"/>
                </a:spcAft>
                <a:buNone/>
              </a:pPr>
              <a:r>
                <a:t/>
              </a:r>
              <a:endParaRPr sz="1000">
                <a:solidFill>
                  <a:srgbClr val="FFFFFF"/>
                </a:solidFill>
                <a:latin typeface="Work Sans"/>
                <a:ea typeface="Work Sans"/>
                <a:cs typeface="Work Sans"/>
                <a:sym typeface="Work Sans"/>
              </a:endParaRPr>
            </a:p>
            <a:p>
              <a:pPr indent="0" lvl="0" marL="0" rtl="0" algn="l">
                <a:spcBef>
                  <a:spcPts val="450"/>
                </a:spcBef>
                <a:spcAft>
                  <a:spcPts val="0"/>
                </a:spcAft>
                <a:buNone/>
              </a:pPr>
              <a:r>
                <a:rPr b="1" i="1" lang="en" sz="1000">
                  <a:solidFill>
                    <a:schemeClr val="dk2"/>
                  </a:solidFill>
                  <a:latin typeface="Work Sans"/>
                  <a:ea typeface="Work Sans"/>
                  <a:cs typeface="Work Sans"/>
                  <a:sym typeface="Work Sans"/>
                </a:rPr>
                <a:t>Perspectives :</a:t>
              </a:r>
              <a:r>
                <a:rPr b="1" lang="en" sz="1000">
                  <a:solidFill>
                    <a:schemeClr val="dk2"/>
                  </a:solidFill>
                  <a:latin typeface="Work Sans"/>
                  <a:ea typeface="Work Sans"/>
                  <a:cs typeface="Work Sans"/>
                  <a:sym typeface="Work Sans"/>
                </a:rPr>
                <a:t> Renforcer les réactions via des défis externes.</a:t>
              </a:r>
              <a:endParaRPr b="1" sz="1000">
                <a:solidFill>
                  <a:schemeClr val="dk2"/>
                </a:solidFill>
                <a:latin typeface="Work Sans"/>
                <a:ea typeface="Work Sans"/>
                <a:cs typeface="Work Sans"/>
                <a:sym typeface="Work Sans"/>
              </a:endParaRPr>
            </a:p>
          </p:txBody>
        </p:sp>
        <p:sp>
          <p:nvSpPr>
            <p:cNvPr id="825" name="Google Shape;825;p73"/>
            <p:cNvSpPr/>
            <p:nvPr/>
          </p:nvSpPr>
          <p:spPr>
            <a:xfrm>
              <a:off x="3286125" y="1333500"/>
              <a:ext cx="2381400" cy="3238500"/>
            </a:xfrm>
            <a:prstGeom prst="roundRect">
              <a:avLst>
                <a:gd fmla="val 6000"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6" name="Google Shape;826;p73"/>
            <p:cNvSpPr txBox="1"/>
            <p:nvPr/>
          </p:nvSpPr>
          <p:spPr>
            <a:xfrm>
              <a:off x="3429000" y="1476375"/>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CFCFC"/>
                  </a:solidFill>
                  <a:latin typeface="Unbounded"/>
                  <a:ea typeface="Unbounded"/>
                  <a:cs typeface="Unbounded"/>
                  <a:sym typeface="Unbounded"/>
                </a:rPr>
                <a:t>Bluetooth &amp; Workflows</a:t>
              </a:r>
              <a:endParaRPr b="1" sz="1100">
                <a:solidFill>
                  <a:srgbClr val="FCFCFC"/>
                </a:solidFill>
                <a:latin typeface="Unbounded"/>
                <a:ea typeface="Unbounded"/>
                <a:cs typeface="Unbounded"/>
                <a:sym typeface="Unbounded"/>
              </a:endParaRPr>
            </a:p>
            <a:p>
              <a:pPr indent="0" lvl="0" marL="0" rtl="0" algn="l">
                <a:spcBef>
                  <a:spcPts val="600"/>
                </a:spcBef>
                <a:spcAft>
                  <a:spcPts val="0"/>
                </a:spcAft>
                <a:buNone/>
              </a:pPr>
              <a:r>
                <a:rPr b="0" lang="en" sz="1000">
                  <a:solidFill>
                    <a:srgbClr val="FFFFFF"/>
                  </a:solidFill>
                  <a:latin typeface="Work Sans"/>
                  <a:ea typeface="Work Sans"/>
                  <a:cs typeface="Work Sans"/>
                  <a:sym typeface="Work Sans"/>
                </a:rPr>
                <a:t>Incompatibilité matérielle sur certaines machines.</a:t>
              </a:r>
              <a:endParaRPr b="0" sz="1000">
                <a:solidFill>
                  <a:srgbClr val="FFFFFF"/>
                </a:solidFill>
                <a:latin typeface="Work Sans"/>
                <a:ea typeface="Work Sans"/>
                <a:cs typeface="Work Sans"/>
                <a:sym typeface="Work Sans"/>
              </a:endParaRPr>
            </a:p>
            <a:p>
              <a:pPr indent="0" lvl="0" marL="0" rtl="0" algn="l">
                <a:spcBef>
                  <a:spcPts val="450"/>
                </a:spcBef>
                <a:spcAft>
                  <a:spcPts val="0"/>
                </a:spcAft>
                <a:buNone/>
              </a:pPr>
              <a:r>
                <a:rPr b="1" lang="en" sz="1000">
                  <a:solidFill>
                    <a:srgbClr val="FFFFFF"/>
                  </a:solidFill>
                  <a:latin typeface="Work Sans"/>
                  <a:ea typeface="Work Sans"/>
                  <a:cs typeface="Work Sans"/>
                  <a:sym typeface="Work Sans"/>
                </a:rPr>
                <a:t>Approche :</a:t>
              </a:r>
              <a:r>
                <a:rPr b="0" lang="en" sz="1000">
                  <a:solidFill>
                    <a:srgbClr val="FFFFFF"/>
                  </a:solidFill>
                  <a:latin typeface="Work Sans"/>
                  <a:ea typeface="Work Sans"/>
                  <a:cs typeface="Work Sans"/>
                  <a:sym typeface="Work Sans"/>
                </a:rPr>
                <a:t> Développement en aveugle, tests déportés et synchro via Git.</a:t>
              </a:r>
              <a:endParaRPr b="0" sz="1000">
                <a:solidFill>
                  <a:srgbClr val="FFFFFF"/>
                </a:solidFill>
                <a:latin typeface="Work Sans"/>
                <a:ea typeface="Work Sans"/>
                <a:cs typeface="Work Sans"/>
                <a:sym typeface="Work Sans"/>
              </a:endParaRPr>
            </a:p>
            <a:p>
              <a:pPr indent="0" lvl="0" marL="0" rtl="0" algn="l">
                <a:spcBef>
                  <a:spcPts val="450"/>
                </a:spcBef>
                <a:spcAft>
                  <a:spcPts val="0"/>
                </a:spcAft>
                <a:buNone/>
              </a:pPr>
              <a:r>
                <a:t/>
              </a:r>
              <a:endParaRPr sz="1000">
                <a:solidFill>
                  <a:srgbClr val="FFFFFF"/>
                </a:solidFill>
                <a:latin typeface="Work Sans"/>
                <a:ea typeface="Work Sans"/>
                <a:cs typeface="Work Sans"/>
                <a:sym typeface="Work Sans"/>
              </a:endParaRPr>
            </a:p>
            <a:p>
              <a:pPr indent="0" lvl="0" marL="0" rtl="0" algn="l">
                <a:spcBef>
                  <a:spcPts val="450"/>
                </a:spcBef>
                <a:spcAft>
                  <a:spcPts val="0"/>
                </a:spcAft>
                <a:buNone/>
              </a:pPr>
              <a:r>
                <a:t/>
              </a:r>
              <a:endParaRPr sz="1000">
                <a:solidFill>
                  <a:srgbClr val="FFFFFF"/>
                </a:solidFill>
                <a:latin typeface="Work Sans"/>
                <a:ea typeface="Work Sans"/>
                <a:cs typeface="Work Sans"/>
                <a:sym typeface="Work Sans"/>
              </a:endParaRPr>
            </a:p>
            <a:p>
              <a:pPr indent="0" lvl="0" marL="0" rtl="0" algn="l">
                <a:spcBef>
                  <a:spcPts val="450"/>
                </a:spcBef>
                <a:spcAft>
                  <a:spcPts val="0"/>
                </a:spcAft>
                <a:buNone/>
              </a:pPr>
              <a:r>
                <a:rPr b="1" lang="en" sz="1000">
                  <a:solidFill>
                    <a:schemeClr val="dk2"/>
                  </a:solidFill>
                  <a:latin typeface="Work Sans"/>
                  <a:ea typeface="Work Sans"/>
                  <a:cs typeface="Work Sans"/>
                  <a:sym typeface="Work Sans"/>
                </a:rPr>
                <a:t>Résultat : Code plus propre et mieux documenté.</a:t>
              </a:r>
              <a:endParaRPr b="1" sz="1000">
                <a:solidFill>
                  <a:schemeClr val="dk2"/>
                </a:solidFill>
                <a:latin typeface="Work Sans"/>
                <a:ea typeface="Work Sans"/>
                <a:cs typeface="Work Sans"/>
                <a:sym typeface="Work Sans"/>
              </a:endParaRPr>
            </a:p>
          </p:txBody>
        </p:sp>
        <p:sp>
          <p:nvSpPr>
            <p:cNvPr id="827" name="Google Shape;827;p73"/>
            <p:cNvSpPr/>
            <p:nvPr/>
          </p:nvSpPr>
          <p:spPr>
            <a:xfrm>
              <a:off x="5905500" y="1333500"/>
              <a:ext cx="2381400" cy="3238500"/>
            </a:xfrm>
            <a:prstGeom prst="roundRect">
              <a:avLst>
                <a:gd fmla="val 6000"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8" name="Google Shape;828;p73"/>
            <p:cNvSpPr txBox="1"/>
            <p:nvPr/>
          </p:nvSpPr>
          <p:spPr>
            <a:xfrm>
              <a:off x="6048375" y="1476375"/>
              <a:ext cx="20955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0">
                  <a:solidFill>
                    <a:srgbClr val="FCFCFC"/>
                  </a:solidFill>
                  <a:latin typeface="Unbounded"/>
                  <a:ea typeface="Unbounded"/>
                  <a:cs typeface="Unbounded"/>
                  <a:sym typeface="Unbounded"/>
                </a:rPr>
                <a:t>Sync. des Threads</a:t>
              </a:r>
              <a:endParaRPr b="1" sz="1100">
                <a:solidFill>
                  <a:srgbClr val="FCFCFC"/>
                </a:solidFill>
                <a:latin typeface="Unbounded"/>
                <a:ea typeface="Unbounded"/>
                <a:cs typeface="Unbounded"/>
                <a:sym typeface="Unbounded"/>
              </a:endParaRPr>
            </a:p>
            <a:p>
              <a:pPr indent="0" lvl="0" marL="0" rtl="0" algn="l">
                <a:spcBef>
                  <a:spcPts val="600"/>
                </a:spcBef>
                <a:spcAft>
                  <a:spcPts val="0"/>
                </a:spcAft>
                <a:buNone/>
              </a:pPr>
              <a:r>
                <a:rPr b="0" lang="en" sz="1000">
                  <a:solidFill>
                    <a:srgbClr val="FFFFFF"/>
                  </a:solidFill>
                  <a:latin typeface="Work Sans"/>
                  <a:ea typeface="Work Sans"/>
                  <a:cs typeface="Work Sans"/>
                  <a:sym typeface="Work Sans"/>
                </a:rPr>
                <a:t>Conflits entre Matplotlib, BITalino et WebSocket asyncio.</a:t>
              </a:r>
              <a:endParaRPr b="0" sz="1000">
                <a:solidFill>
                  <a:srgbClr val="FFFFFF"/>
                </a:solidFill>
                <a:latin typeface="Work Sans"/>
                <a:ea typeface="Work Sans"/>
                <a:cs typeface="Work Sans"/>
                <a:sym typeface="Work Sans"/>
              </a:endParaRPr>
            </a:p>
            <a:p>
              <a:pPr indent="0" lvl="0" marL="0" rtl="0" algn="l">
                <a:spcBef>
                  <a:spcPts val="450"/>
                </a:spcBef>
                <a:spcAft>
                  <a:spcPts val="0"/>
                </a:spcAft>
                <a:buNone/>
              </a:pPr>
              <a:r>
                <a:rPr b="1" lang="en" sz="1000">
                  <a:solidFill>
                    <a:srgbClr val="FFFFFF"/>
                  </a:solidFill>
                  <a:latin typeface="Work Sans"/>
                  <a:ea typeface="Work Sans"/>
                  <a:cs typeface="Work Sans"/>
                  <a:sym typeface="Work Sans"/>
                </a:rPr>
                <a:t>Correction :</a:t>
              </a:r>
              <a:r>
                <a:rPr b="0" lang="en" sz="1000">
                  <a:solidFill>
                    <a:srgbClr val="FFFFFF"/>
                  </a:solidFill>
                  <a:latin typeface="Work Sans"/>
                  <a:ea typeface="Work Sans"/>
                  <a:cs typeface="Work Sans"/>
                  <a:sym typeface="Work Sans"/>
                </a:rPr>
                <a:t> Remplacement de la gestion d'interruption par un signal SIGINT avec threading Event.</a:t>
              </a:r>
              <a:endParaRPr b="0" sz="1000">
                <a:solidFill>
                  <a:srgbClr val="FFFFFF"/>
                </a:solidFill>
                <a:latin typeface="Work Sans"/>
                <a:ea typeface="Work Sans"/>
                <a:cs typeface="Work Sans"/>
                <a:sym typeface="Work Sans"/>
              </a:endParaRPr>
            </a:p>
            <a:p>
              <a:pPr indent="0" lvl="0" marL="0" rtl="0" algn="l">
                <a:spcBef>
                  <a:spcPts val="450"/>
                </a:spcBef>
                <a:spcAft>
                  <a:spcPts val="0"/>
                </a:spcAft>
                <a:buNone/>
              </a:pPr>
              <a:r>
                <a:t/>
              </a:r>
              <a:endParaRPr sz="1000">
                <a:solidFill>
                  <a:srgbClr val="FFFFFF"/>
                </a:solidFill>
                <a:latin typeface="Work Sans"/>
                <a:ea typeface="Work Sans"/>
                <a:cs typeface="Work Sans"/>
                <a:sym typeface="Work Sans"/>
              </a:endParaRPr>
            </a:p>
            <a:p>
              <a:pPr indent="0" lvl="0" marL="0" rtl="0" algn="l">
                <a:spcBef>
                  <a:spcPts val="450"/>
                </a:spcBef>
                <a:spcAft>
                  <a:spcPts val="0"/>
                </a:spcAft>
                <a:buNone/>
              </a:pPr>
              <a:r>
                <a:rPr b="1" lang="en" sz="1000">
                  <a:solidFill>
                    <a:schemeClr val="dk2"/>
                  </a:solidFill>
                  <a:latin typeface="Work Sans"/>
                  <a:ea typeface="Work Sans"/>
                  <a:cs typeface="Work Sans"/>
                  <a:sym typeface="Work Sans"/>
                </a:rPr>
                <a:t>Résout les crashs au Ctrl+C.</a:t>
              </a:r>
              <a:endParaRPr b="1" sz="1000">
                <a:solidFill>
                  <a:schemeClr val="dk2"/>
                </a:solidFill>
                <a:latin typeface="Work Sans"/>
                <a:ea typeface="Work Sans"/>
                <a:cs typeface="Work Sans"/>
                <a:sym typeface="Work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74"/>
          <p:cNvSpPr txBox="1"/>
          <p:nvPr/>
        </p:nvSpPr>
        <p:spPr>
          <a:xfrm>
            <a:off x="666750" y="381000"/>
            <a:ext cx="8001000" cy="431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 sz="2800">
                <a:solidFill>
                  <a:srgbClr val="FCFCFC"/>
                </a:solidFill>
                <a:latin typeface="Unbounded"/>
                <a:ea typeface="Unbounded"/>
                <a:cs typeface="Unbounded"/>
                <a:sym typeface="Unbounded"/>
              </a:rPr>
              <a:t>Conclusion &amp; Perspectives</a:t>
            </a:r>
            <a:endParaRPr b="1" sz="2800">
              <a:solidFill>
                <a:srgbClr val="FCFCFC"/>
              </a:solidFill>
              <a:latin typeface="Unbounded"/>
              <a:ea typeface="Unbounded"/>
              <a:cs typeface="Unbounded"/>
              <a:sym typeface="Unbounded"/>
            </a:endParaRPr>
          </a:p>
        </p:txBody>
      </p:sp>
      <p:sp>
        <p:nvSpPr>
          <p:cNvPr id="834" name="Google Shape;834;p74"/>
          <p:cNvSpPr/>
          <p:nvPr/>
        </p:nvSpPr>
        <p:spPr>
          <a:xfrm>
            <a:off x="0" y="0"/>
            <a:ext cx="347700" cy="5143500"/>
          </a:xfrm>
          <a:prstGeom prst="rect">
            <a:avLst/>
          </a:prstGeom>
          <a:solidFill>
            <a:srgbClr val="E02D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5" name="Google Shape;835;p74"/>
          <p:cNvSpPr txBox="1"/>
          <p:nvPr/>
        </p:nvSpPr>
        <p:spPr>
          <a:xfrm rot="5400000">
            <a:off x="-588645" y="4141470"/>
            <a:ext cx="15240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r">
              <a:spcBef>
                <a:spcPts val="0"/>
              </a:spcBef>
              <a:spcAft>
                <a:spcPts val="0"/>
              </a:spcAft>
              <a:buNone/>
            </a:pPr>
            <a:r>
              <a:rPr b="0" lang="en" sz="900">
                <a:solidFill>
                  <a:srgbClr val="000000"/>
                </a:solidFill>
                <a:latin typeface="Work Sans Medium"/>
                <a:ea typeface="Work Sans Medium"/>
                <a:cs typeface="Work Sans Medium"/>
                <a:sym typeface="Work Sans Medium"/>
              </a:rPr>
              <a:t>27/05/2026</a:t>
            </a:r>
            <a:endParaRPr b="0" sz="900">
              <a:solidFill>
                <a:srgbClr val="000000"/>
              </a:solidFill>
              <a:latin typeface="Work Sans Medium"/>
              <a:ea typeface="Work Sans Medium"/>
              <a:cs typeface="Work Sans Medium"/>
              <a:sym typeface="Work Sans Medium"/>
            </a:endParaRPr>
          </a:p>
        </p:txBody>
      </p:sp>
      <p:sp>
        <p:nvSpPr>
          <p:cNvPr id="836" name="Google Shape;836;p74"/>
          <p:cNvSpPr txBox="1"/>
          <p:nvPr/>
        </p:nvSpPr>
        <p:spPr>
          <a:xfrm rot="5400000">
            <a:off x="-1364895" y="1450620"/>
            <a:ext cx="3076500" cy="342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 sz="900">
                <a:solidFill>
                  <a:srgbClr val="000000"/>
                </a:solidFill>
                <a:latin typeface="Work Sans Medium"/>
                <a:ea typeface="Work Sans Medium"/>
                <a:cs typeface="Work Sans Medium"/>
                <a:sym typeface="Work Sans Medium"/>
              </a:rPr>
              <a:t>Eric LEFEBVRE Paul TRANSON Maya HAMDY</a:t>
            </a:r>
            <a:endParaRPr b="0" sz="900">
              <a:solidFill>
                <a:srgbClr val="000000"/>
              </a:solidFill>
              <a:latin typeface="Work Sans Medium"/>
              <a:ea typeface="Work Sans Medium"/>
              <a:cs typeface="Work Sans Medium"/>
              <a:sym typeface="Work Sans Medium"/>
            </a:endParaRPr>
          </a:p>
        </p:txBody>
      </p:sp>
      <p:grpSp>
        <p:nvGrpSpPr>
          <p:cNvPr id="837" name="Google Shape;837;p74"/>
          <p:cNvGrpSpPr/>
          <p:nvPr/>
        </p:nvGrpSpPr>
        <p:grpSpPr>
          <a:xfrm>
            <a:off x="666750" y="1000125"/>
            <a:ext cx="8001000" cy="1428900"/>
            <a:chOff x="666750" y="1000125"/>
            <a:chExt cx="8001000" cy="1428900"/>
          </a:xfrm>
        </p:grpSpPr>
        <p:sp>
          <p:nvSpPr>
            <p:cNvPr id="838" name="Google Shape;838;p74"/>
            <p:cNvSpPr/>
            <p:nvPr/>
          </p:nvSpPr>
          <p:spPr>
            <a:xfrm>
              <a:off x="666750" y="1000125"/>
              <a:ext cx="8001000" cy="1428900"/>
            </a:xfrm>
            <a:prstGeom prst="roundRect">
              <a:avLst>
                <a:gd fmla="val 10000" name="adj"/>
              </a:avLst>
            </a:prstGeom>
            <a:solidFill>
              <a:srgbClr val="FFFFFF">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39" name="Google Shape;839;p74"/>
            <p:cNvSpPr txBox="1"/>
            <p:nvPr/>
          </p:nvSpPr>
          <p:spPr>
            <a:xfrm>
              <a:off x="857250" y="1000125"/>
              <a:ext cx="7620000" cy="1428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 sz="1400">
                  <a:solidFill>
                    <a:srgbClr val="E02D00"/>
                  </a:solidFill>
                  <a:latin typeface="Unbounded"/>
                  <a:ea typeface="Unbounded"/>
                  <a:cs typeface="Unbounded"/>
                  <a:sym typeface="Unbounded"/>
                </a:rPr>
                <a:t>Objectif Atteint : </a:t>
              </a:r>
              <a:r>
                <a:rPr b="0" lang="en" sz="1400">
                  <a:solidFill>
                    <a:srgbClr val="FFFFFF"/>
                  </a:solidFill>
                  <a:latin typeface="Work Sans Medium"/>
                  <a:ea typeface="Work Sans Medium"/>
                  <a:cs typeface="Work Sans Medium"/>
                  <a:sym typeface="Work Sans Medium"/>
                </a:rPr>
                <a:t>La chaîne complète fonctionne — de la mesure physiologique brute jusqu'à l'adaptation temps réel.</a:t>
              </a:r>
              <a:endParaRPr b="1" sz="1400">
                <a:solidFill>
                  <a:srgbClr val="E02D00"/>
                </a:solidFill>
                <a:latin typeface="Unbounded"/>
                <a:ea typeface="Unbounded"/>
                <a:cs typeface="Unbounded"/>
                <a:sym typeface="Unbounded"/>
              </a:endParaRPr>
            </a:p>
            <a:p>
              <a:pPr indent="-298450" lvl="0" marL="457200" rtl="0" algn="l">
                <a:spcBef>
                  <a:spcPts val="600"/>
                </a:spcBef>
                <a:spcAft>
                  <a:spcPts val="0"/>
                </a:spcAft>
                <a:buClr>
                  <a:srgbClr val="FFFFFF"/>
                </a:buClr>
                <a:buSzPts val="1100"/>
                <a:buFont typeface="Work Sans"/>
                <a:buChar char="●"/>
              </a:pPr>
              <a:r>
                <a:rPr b="0" lang="en" sz="1100">
                  <a:solidFill>
                    <a:srgbClr val="FFFFFF"/>
                  </a:solidFill>
                  <a:latin typeface="Work Sans"/>
                  <a:ea typeface="Work Sans"/>
                  <a:cs typeface="Work Sans"/>
                  <a:sym typeface="Work Sans"/>
                </a:rPr>
                <a:t>Détection EMG fiable après calibration.</a:t>
              </a:r>
              <a:endParaRPr b="0" sz="1100">
                <a:solidFill>
                  <a:srgbClr val="FFFFFF"/>
                </a:solidFill>
                <a:latin typeface="Work Sans"/>
                <a:ea typeface="Work Sans"/>
                <a:cs typeface="Work Sans"/>
                <a:sym typeface="Work Sans"/>
              </a:endParaRPr>
            </a:p>
            <a:p>
              <a:pPr indent="-298450" lvl="0" marL="457200" rtl="0" algn="l">
                <a:spcBef>
                  <a:spcPts val="300"/>
                </a:spcBef>
                <a:spcAft>
                  <a:spcPts val="0"/>
                </a:spcAft>
                <a:buClr>
                  <a:srgbClr val="FFFFFF"/>
                </a:buClr>
                <a:buSzPts val="1100"/>
                <a:buFont typeface="Work Sans"/>
                <a:buChar char="●"/>
              </a:pPr>
              <a:r>
                <a:rPr b="0" lang="en" sz="1100">
                  <a:solidFill>
                    <a:srgbClr val="FFFFFF"/>
                  </a:solidFill>
                  <a:latin typeface="Work Sans"/>
                  <a:ea typeface="Work Sans"/>
                  <a:cs typeface="Work Sans"/>
                  <a:sym typeface="Work Sans"/>
                </a:rPr>
                <a:t>WebSocket stable à 10 Hz (latence &lt; 100 ms).</a:t>
              </a:r>
              <a:endParaRPr b="0" sz="1100">
                <a:solidFill>
                  <a:srgbClr val="FFFFFF"/>
                </a:solidFill>
                <a:latin typeface="Work Sans"/>
                <a:ea typeface="Work Sans"/>
                <a:cs typeface="Work Sans"/>
                <a:sym typeface="Work Sans"/>
              </a:endParaRPr>
            </a:p>
            <a:p>
              <a:pPr indent="-298450" lvl="0" marL="457200" rtl="0" algn="l">
                <a:spcBef>
                  <a:spcPts val="300"/>
                </a:spcBef>
                <a:spcAft>
                  <a:spcPts val="0"/>
                </a:spcAft>
                <a:buClr>
                  <a:srgbClr val="FFFFFF"/>
                </a:buClr>
                <a:buSzPts val="1100"/>
                <a:buFont typeface="Work Sans"/>
                <a:buChar char="●"/>
              </a:pPr>
              <a:r>
                <a:rPr b="0" lang="en" sz="1100">
                  <a:solidFill>
                    <a:srgbClr val="FFFFFF"/>
                  </a:solidFill>
                  <a:latin typeface="Work Sans"/>
                  <a:ea typeface="Work Sans"/>
                  <a:cs typeface="Work Sans"/>
                  <a:sym typeface="Work Sans"/>
                </a:rPr>
                <a:t>Score de stress robuste grâce à la calibration individuelle.</a:t>
              </a:r>
              <a:endParaRPr b="0" sz="1100">
                <a:solidFill>
                  <a:srgbClr val="FFFFFF"/>
                </a:solidFill>
                <a:latin typeface="Work Sans"/>
                <a:ea typeface="Work Sans"/>
                <a:cs typeface="Work Sans"/>
                <a:sym typeface="Work Sans"/>
              </a:endParaRPr>
            </a:p>
          </p:txBody>
        </p:sp>
      </p:grpSp>
      <p:sp>
        <p:nvSpPr>
          <p:cNvPr id="840" name="Google Shape;840;p74"/>
          <p:cNvSpPr txBox="1"/>
          <p:nvPr/>
        </p:nvSpPr>
        <p:spPr>
          <a:xfrm>
            <a:off x="666750" y="2571750"/>
            <a:ext cx="8001000" cy="2190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FCFCFC"/>
                </a:solidFill>
                <a:latin typeface="Unbounded"/>
                <a:ea typeface="Unbounded"/>
                <a:cs typeface="Unbounded"/>
                <a:sym typeface="Unbounded"/>
              </a:rPr>
              <a:t>Limites &amp; Perspectives :</a:t>
            </a:r>
            <a:endParaRPr b="1" sz="1600">
              <a:solidFill>
                <a:srgbClr val="FCFCFC"/>
              </a:solidFill>
              <a:latin typeface="Unbounded"/>
              <a:ea typeface="Unbounded"/>
              <a:cs typeface="Unbounded"/>
              <a:sym typeface="Unbounded"/>
            </a:endParaRPr>
          </a:p>
          <a:p>
            <a:pPr indent="0" lvl="0" marL="0" rtl="0" algn="l">
              <a:spcBef>
                <a:spcPts val="900"/>
              </a:spcBef>
              <a:spcAft>
                <a:spcPts val="0"/>
              </a:spcAft>
              <a:buNone/>
            </a:pPr>
            <a:r>
              <a:rPr b="0" lang="en" sz="1200">
                <a:solidFill>
                  <a:srgbClr val="E02D00"/>
                </a:solidFill>
                <a:latin typeface="Work Sans SemiBold"/>
                <a:ea typeface="Work Sans SemiBold"/>
                <a:cs typeface="Work Sans SemiBold"/>
                <a:sym typeface="Work Sans SemiBold"/>
              </a:rPr>
              <a:t>Le défi du contexte (Healey &amp; Picard) :</a:t>
            </a:r>
            <a:endParaRPr b="0" sz="1200">
              <a:solidFill>
                <a:srgbClr val="E02D00"/>
              </a:solidFill>
              <a:latin typeface="Work Sans SemiBold"/>
              <a:ea typeface="Work Sans SemiBold"/>
              <a:cs typeface="Work Sans SemiBold"/>
              <a:sym typeface="Work Sans SemiBold"/>
            </a:endParaRPr>
          </a:p>
          <a:p>
            <a:pPr indent="0" lvl="0" marL="0" rtl="0" algn="l">
              <a:spcBef>
                <a:spcPts val="600"/>
              </a:spcBef>
              <a:spcAft>
                <a:spcPts val="0"/>
              </a:spcAft>
              <a:buNone/>
            </a:pPr>
            <a:r>
              <a:rPr b="0" lang="en" sz="1100">
                <a:solidFill>
                  <a:srgbClr val="FCFCFC"/>
                </a:solidFill>
                <a:latin typeface="Work Sans"/>
                <a:ea typeface="Work Sans"/>
                <a:cs typeface="Work Sans"/>
                <a:sym typeface="Work Sans"/>
              </a:rPr>
              <a:t>Dans un mini-golf seul et sans enjeu, les signaux physiologiques (EDA) restent faibles comparés à des situations critiques comme la conduite.</a:t>
            </a:r>
            <a:endParaRPr b="0" sz="1100">
              <a:solidFill>
                <a:srgbClr val="FCFCFC"/>
              </a:solidFill>
              <a:latin typeface="Work Sans"/>
              <a:ea typeface="Work Sans"/>
              <a:cs typeface="Work Sans"/>
              <a:sym typeface="Work Sans"/>
            </a:endParaRPr>
          </a:p>
          <a:p>
            <a:pPr indent="-298450" lvl="0" marL="457200" rtl="0" algn="l">
              <a:spcBef>
                <a:spcPts val="900"/>
              </a:spcBef>
              <a:spcAft>
                <a:spcPts val="0"/>
              </a:spcAft>
              <a:buClr>
                <a:srgbClr val="FCFCFC"/>
              </a:buClr>
              <a:buSzPts val="1100"/>
              <a:buFont typeface="Work Sans"/>
              <a:buChar char="●"/>
            </a:pPr>
            <a:r>
              <a:rPr b="0" lang="en" sz="1100">
                <a:solidFill>
                  <a:srgbClr val="FCFCFC"/>
                </a:solidFill>
                <a:latin typeface="Work Sans SemiBold"/>
                <a:ea typeface="Work Sans SemiBold"/>
                <a:cs typeface="Work Sans SemiBold"/>
                <a:sym typeface="Work Sans SemiBold"/>
              </a:rPr>
              <a:t>Amplification : </a:t>
            </a:r>
            <a:r>
              <a:rPr b="0" lang="en" sz="1100">
                <a:solidFill>
                  <a:srgbClr val="FCFCFC"/>
                </a:solidFill>
                <a:latin typeface="Work Sans"/>
                <a:ea typeface="Work Sans"/>
                <a:cs typeface="Work Sans"/>
                <a:sym typeface="Work Sans"/>
              </a:rPr>
              <a:t>Ajouter des défis entre joueurs ou un public pour stimuler les réactions.</a:t>
            </a:r>
            <a:endParaRPr b="0" sz="1100">
              <a:solidFill>
                <a:srgbClr val="FCFCFC"/>
              </a:solidFill>
              <a:latin typeface="Work Sans SemiBold"/>
              <a:ea typeface="Work Sans SemiBold"/>
              <a:cs typeface="Work Sans SemiBold"/>
              <a:sym typeface="Work Sans SemiBold"/>
            </a:endParaRPr>
          </a:p>
          <a:p>
            <a:pPr indent="-298450" lvl="0" marL="457200" rtl="0" algn="l">
              <a:spcBef>
                <a:spcPts val="600"/>
              </a:spcBef>
              <a:spcAft>
                <a:spcPts val="0"/>
              </a:spcAft>
              <a:buClr>
                <a:srgbClr val="FCFCFC"/>
              </a:buClr>
              <a:buSzPts val="1100"/>
              <a:buFont typeface="Work Sans"/>
              <a:buChar char="●"/>
            </a:pPr>
            <a:r>
              <a:rPr b="0" lang="en" sz="1100">
                <a:solidFill>
                  <a:srgbClr val="FCFCFC"/>
                </a:solidFill>
                <a:latin typeface="Work Sans SemiBold"/>
                <a:ea typeface="Work Sans SemiBold"/>
                <a:cs typeface="Work Sans SemiBold"/>
                <a:sym typeface="Work Sans SemiBold"/>
              </a:rPr>
              <a:t>Capteurs : </a:t>
            </a:r>
            <a:r>
              <a:rPr b="0" lang="en" sz="1100">
                <a:solidFill>
                  <a:srgbClr val="FCFCFC"/>
                </a:solidFill>
                <a:latin typeface="Work Sans"/>
                <a:ea typeface="Work Sans"/>
                <a:cs typeface="Work Sans"/>
                <a:sym typeface="Work Sans"/>
              </a:rPr>
              <a:t>Passer à l'ECG pour une HRV plus précise ou EEG pour la charge cognitive.</a:t>
            </a:r>
            <a:endParaRPr b="0" sz="1100">
              <a:solidFill>
                <a:srgbClr val="FCFCFC"/>
              </a:solidFill>
              <a:latin typeface="Work Sans"/>
              <a:ea typeface="Work Sans"/>
              <a:cs typeface="Work Sans"/>
              <a:sym typeface="Work Sans"/>
            </a:endParaRPr>
          </a:p>
          <a:p>
            <a:pPr indent="-298450" lvl="0" marL="457200" rtl="0" algn="l">
              <a:spcBef>
                <a:spcPts val="600"/>
              </a:spcBef>
              <a:spcAft>
                <a:spcPts val="0"/>
              </a:spcAft>
              <a:buClr>
                <a:srgbClr val="FCFCFC"/>
              </a:buClr>
              <a:buSzPts val="1100"/>
              <a:buFont typeface="Work Sans"/>
              <a:buChar char="●"/>
            </a:pPr>
            <a:r>
              <a:rPr b="1" lang="en" sz="1100">
                <a:solidFill>
                  <a:srgbClr val="FCFCFC"/>
                </a:solidFill>
                <a:latin typeface="Work Sans"/>
                <a:ea typeface="Work Sans"/>
                <a:cs typeface="Work Sans"/>
                <a:sym typeface="Work Sans"/>
              </a:rPr>
              <a:t>Jeu</a:t>
            </a:r>
            <a:r>
              <a:rPr lang="en" sz="1100">
                <a:solidFill>
                  <a:srgbClr val="FCFCFC"/>
                </a:solidFill>
                <a:latin typeface="Work Sans"/>
                <a:ea typeface="Work Sans"/>
                <a:cs typeface="Work Sans"/>
                <a:sym typeface="Work Sans"/>
              </a:rPr>
              <a:t>: Passer en Mode VR pour une immersion plus grande et de meilleurs résultats.</a:t>
            </a:r>
            <a:endParaRPr sz="1100">
              <a:solidFill>
                <a:srgbClr val="FCFCFC"/>
              </a:solidFill>
              <a:latin typeface="Work Sans"/>
              <a:ea typeface="Work Sans"/>
              <a:cs typeface="Work Sans"/>
              <a:sym typeface="Work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op Facilitation">
  <a:themeElements>
    <a:clrScheme name="Simple Light">
      <a:dk1>
        <a:srgbClr val="000000"/>
      </a:dk1>
      <a:lt1>
        <a:srgbClr val="E02D00"/>
      </a:lt1>
      <a:dk2>
        <a:srgbClr val="FCFCFC"/>
      </a:dk2>
      <a:lt2>
        <a:srgbClr val="909090"/>
      </a:lt2>
      <a:accent1>
        <a:srgbClr val="F1F55A"/>
      </a:accent1>
      <a:accent2>
        <a:srgbClr val="F8920A"/>
      </a:accent2>
      <a:accent3>
        <a:srgbClr val="D15E00"/>
      </a:accent3>
      <a:accent4>
        <a:srgbClr val="FFC9B5"/>
      </a:accent4>
      <a:accent5>
        <a:srgbClr val="B7CCA9"/>
      </a:accent5>
      <a:accent6>
        <a:srgbClr val="D5C5C8"/>
      </a:accent6>
      <a:hlink>
        <a:srgbClr val="E02D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